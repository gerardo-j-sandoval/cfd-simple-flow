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75" r:id="rId2"/>
    <p:sldId id="258" r:id="rId3"/>
    <p:sldId id="261" r:id="rId4"/>
    <p:sldId id="260" r:id="rId5"/>
    <p:sldId id="259" r:id="rId6"/>
    <p:sldId id="277" r:id="rId7"/>
    <p:sldId id="278" r:id="rId8"/>
    <p:sldId id="279" r:id="rId9"/>
    <p:sldId id="276" r:id="rId10"/>
    <p:sldId id="280" r:id="rId11"/>
    <p:sldId id="284" r:id="rId12"/>
    <p:sldId id="281" r:id="rId13"/>
    <p:sldId id="282" r:id="rId14"/>
    <p:sldId id="28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CE01"/>
    <a:srgbClr val="F9F963"/>
    <a:srgbClr val="F7DB63"/>
    <a:srgbClr val="F5D130"/>
    <a:srgbClr val="F8DF74"/>
    <a:srgbClr val="002368"/>
    <a:srgbClr val="002B82"/>
    <a:srgbClr val="92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4E39AA-A185-46AE-B4D1-5970DB30819D}" v="80" dt="2025-12-05T17:20:16.3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p:scale>
          <a:sx n="100" d="100"/>
          <a:sy n="100" d="100"/>
        </p:scale>
        <p:origin x="452" y="532"/>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Sandoval" userId="95023e2706efe1ac" providerId="LiveId" clId="{C761C6F5-135F-48BE-84D7-0E8BFA27ECCB}"/>
    <pc:docChg chg="undo custSel addSld delSld modSld sldOrd delMainMaster delSection modSection">
      <pc:chgData name="Gerardo Sandoval" userId="95023e2706efe1ac" providerId="LiveId" clId="{C761C6F5-135F-48BE-84D7-0E8BFA27ECCB}" dt="2025-12-05T18:33:12.199" v="6581" actId="1076"/>
      <pc:docMkLst>
        <pc:docMk/>
      </pc:docMkLst>
      <pc:sldChg chg="addSp delSp modSp del mod">
        <pc:chgData name="Gerardo Sandoval" userId="95023e2706efe1ac" providerId="LiveId" clId="{C761C6F5-135F-48BE-84D7-0E8BFA27ECCB}" dt="2025-12-04T21:11:02.268" v="3749" actId="47"/>
        <pc:sldMkLst>
          <pc:docMk/>
          <pc:sldMk cId="1440148148" sldId="256"/>
        </pc:sldMkLst>
      </pc:sldChg>
      <pc:sldChg chg="modSp add mod ord">
        <pc:chgData name="Gerardo Sandoval" userId="95023e2706efe1ac" providerId="LiveId" clId="{C761C6F5-135F-48BE-84D7-0E8BFA27ECCB}" dt="2025-12-04T22:07:38.041" v="6197"/>
        <pc:sldMkLst>
          <pc:docMk/>
          <pc:sldMk cId="1440911789" sldId="258"/>
        </pc:sldMkLst>
        <pc:spChg chg="mod">
          <ac:chgData name="Gerardo Sandoval" userId="95023e2706efe1ac" providerId="LiveId" clId="{C761C6F5-135F-48BE-84D7-0E8BFA27ECCB}" dt="2025-12-04T20:19:06.797" v="1226" actId="20577"/>
          <ac:spMkLst>
            <pc:docMk/>
            <pc:sldMk cId="1440911789" sldId="258"/>
            <ac:spMk id="2" creationId="{00000000-0000-0000-0000-000000000000}"/>
          </ac:spMkLst>
        </pc:spChg>
        <pc:spChg chg="mod">
          <ac:chgData name="Gerardo Sandoval" userId="95023e2706efe1ac" providerId="LiveId" clId="{C761C6F5-135F-48BE-84D7-0E8BFA27ECCB}" dt="2025-12-04T22:00:06.608" v="6013" actId="20577"/>
          <ac:spMkLst>
            <pc:docMk/>
            <pc:sldMk cId="1440911789" sldId="258"/>
            <ac:spMk id="3" creationId="{00000000-0000-0000-0000-000000000000}"/>
          </ac:spMkLst>
        </pc:spChg>
        <pc:spChg chg="mod">
          <ac:chgData name="Gerardo Sandoval" userId="95023e2706efe1ac" providerId="LiveId" clId="{C761C6F5-135F-48BE-84D7-0E8BFA27ECCB}" dt="2025-12-04T22:07:38.041" v="6197"/>
          <ac:spMkLst>
            <pc:docMk/>
            <pc:sldMk cId="1440911789" sldId="258"/>
            <ac:spMk id="6" creationId="{00000000-0000-0000-0000-000000000000}"/>
          </ac:spMkLst>
        </pc:spChg>
      </pc:sldChg>
      <pc:sldChg chg="addSp delSp modSp add mod ord">
        <pc:chgData name="Gerardo Sandoval" userId="95023e2706efe1ac" providerId="LiveId" clId="{C761C6F5-135F-48BE-84D7-0E8BFA27ECCB}" dt="2025-12-04T22:13:24.861" v="6388" actId="1076"/>
        <pc:sldMkLst>
          <pc:docMk/>
          <pc:sldMk cId="745867065" sldId="259"/>
        </pc:sldMkLst>
        <pc:spChg chg="mod">
          <ac:chgData name="Gerardo Sandoval" userId="95023e2706efe1ac" providerId="LiveId" clId="{C761C6F5-135F-48BE-84D7-0E8BFA27ECCB}" dt="2025-12-04T22:07:44.897" v="6198"/>
          <ac:spMkLst>
            <pc:docMk/>
            <pc:sldMk cId="745867065" sldId="259"/>
            <ac:spMk id="6" creationId="{00000000-0000-0000-0000-000000000000}"/>
          </ac:spMkLst>
        </pc:spChg>
        <pc:spChg chg="del">
          <ac:chgData name="Gerardo Sandoval" userId="95023e2706efe1ac" providerId="LiveId" clId="{C761C6F5-135F-48BE-84D7-0E8BFA27ECCB}" dt="2025-12-04T20:29:31.013" v="1986" actId="478"/>
          <ac:spMkLst>
            <pc:docMk/>
            <pc:sldMk cId="745867065" sldId="259"/>
            <ac:spMk id="8" creationId="{00000000-0000-0000-0000-000000000000}"/>
          </ac:spMkLst>
        </pc:spChg>
        <pc:spChg chg="del">
          <ac:chgData name="Gerardo Sandoval" userId="95023e2706efe1ac" providerId="LiveId" clId="{C761C6F5-135F-48BE-84D7-0E8BFA27ECCB}" dt="2025-12-04T20:29:33.465" v="1988" actId="478"/>
          <ac:spMkLst>
            <pc:docMk/>
            <pc:sldMk cId="745867065" sldId="259"/>
            <ac:spMk id="9" creationId="{00000000-0000-0000-0000-000000000000}"/>
          </ac:spMkLst>
        </pc:spChg>
        <pc:spChg chg="mod ord">
          <ac:chgData name="Gerardo Sandoval" userId="95023e2706efe1ac" providerId="LiveId" clId="{C761C6F5-135F-48BE-84D7-0E8BFA27ECCB}" dt="2025-12-04T22:13:24.861" v="6388" actId="1076"/>
          <ac:spMkLst>
            <pc:docMk/>
            <pc:sldMk cId="745867065" sldId="259"/>
            <ac:spMk id="10" creationId="{370148B8-E62F-8147-8019-ABB34843ED0A}"/>
          </ac:spMkLst>
        </pc:spChg>
        <pc:picChg chg="add mod modCrop">
          <ac:chgData name="Gerardo Sandoval" userId="95023e2706efe1ac" providerId="LiveId" clId="{C761C6F5-135F-48BE-84D7-0E8BFA27ECCB}" dt="2025-12-04T20:40:42.004" v="2411" actId="1076"/>
          <ac:picMkLst>
            <pc:docMk/>
            <pc:sldMk cId="745867065" sldId="259"/>
            <ac:picMk id="2" creationId="{EDF3211D-03CA-FBCF-86D5-DD86198C1C2B}"/>
          </ac:picMkLst>
        </pc:picChg>
      </pc:sldChg>
      <pc:sldChg chg="addSp delSp modSp add mod ord">
        <pc:chgData name="Gerardo Sandoval" userId="95023e2706efe1ac" providerId="LiveId" clId="{C761C6F5-135F-48BE-84D7-0E8BFA27ECCB}" dt="2025-12-04T22:14:57.489" v="6448" actId="1076"/>
        <pc:sldMkLst>
          <pc:docMk/>
          <pc:sldMk cId="2920635278" sldId="260"/>
        </pc:sldMkLst>
        <pc:spChg chg="add mod">
          <ac:chgData name="Gerardo Sandoval" userId="95023e2706efe1ac" providerId="LiveId" clId="{C761C6F5-135F-48BE-84D7-0E8BFA27ECCB}" dt="2025-12-04T22:14:57.489" v="6448" actId="1076"/>
          <ac:spMkLst>
            <pc:docMk/>
            <pc:sldMk cId="2920635278" sldId="260"/>
            <ac:spMk id="3" creationId="{E16D2D06-B5BE-1127-DE4C-D795BC339DA8}"/>
          </ac:spMkLst>
        </pc:spChg>
        <pc:spChg chg="mod">
          <ac:chgData name="Gerardo Sandoval" userId="95023e2706efe1ac" providerId="LiveId" clId="{C761C6F5-135F-48BE-84D7-0E8BFA27ECCB}" dt="2025-12-04T22:07:23.942" v="6195" actId="20577"/>
          <ac:spMkLst>
            <pc:docMk/>
            <pc:sldMk cId="2920635278" sldId="260"/>
            <ac:spMk id="6" creationId="{00000000-0000-0000-0000-000000000000}"/>
          </ac:spMkLst>
        </pc:spChg>
        <pc:spChg chg="del">
          <ac:chgData name="Gerardo Sandoval" userId="95023e2706efe1ac" providerId="LiveId" clId="{C761C6F5-135F-48BE-84D7-0E8BFA27ECCB}" dt="2025-12-04T20:25:21.083" v="1610" actId="478"/>
          <ac:spMkLst>
            <pc:docMk/>
            <pc:sldMk cId="2920635278" sldId="260"/>
            <ac:spMk id="8" creationId="{00000000-0000-0000-0000-000000000000}"/>
          </ac:spMkLst>
        </pc:spChg>
        <pc:spChg chg="del">
          <ac:chgData name="Gerardo Sandoval" userId="95023e2706efe1ac" providerId="LiveId" clId="{C761C6F5-135F-48BE-84D7-0E8BFA27ECCB}" dt="2025-12-04T20:25:23.197" v="1612" actId="478"/>
          <ac:spMkLst>
            <pc:docMk/>
            <pc:sldMk cId="2920635278" sldId="260"/>
            <ac:spMk id="9" creationId="{00000000-0000-0000-0000-000000000000}"/>
          </ac:spMkLst>
        </pc:spChg>
        <pc:spChg chg="mod">
          <ac:chgData name="Gerardo Sandoval" userId="95023e2706efe1ac" providerId="LiveId" clId="{C761C6F5-135F-48BE-84D7-0E8BFA27ECCB}" dt="2025-12-04T20:32:21.561" v="2061" actId="122"/>
          <ac:spMkLst>
            <pc:docMk/>
            <pc:sldMk cId="2920635278" sldId="260"/>
            <ac:spMk id="10" creationId="{00000000-0000-0000-0000-000000000000}"/>
          </ac:spMkLst>
        </pc:spChg>
        <pc:spChg chg="mod">
          <ac:chgData name="Gerardo Sandoval" userId="95023e2706efe1ac" providerId="LiveId" clId="{C761C6F5-135F-48BE-84D7-0E8BFA27ECCB}" dt="2025-12-04T20:28:24.982" v="1953" actId="27636"/>
          <ac:spMkLst>
            <pc:docMk/>
            <pc:sldMk cId="2920635278" sldId="260"/>
            <ac:spMk id="11" creationId="{00000000-0000-0000-0000-000000000000}"/>
          </ac:spMkLst>
        </pc:spChg>
        <pc:picChg chg="add mod modCrop">
          <ac:chgData name="Gerardo Sandoval" userId="95023e2706efe1ac" providerId="LiveId" clId="{C761C6F5-135F-48BE-84D7-0E8BFA27ECCB}" dt="2025-12-04T20:32:12.712" v="2060" actId="1076"/>
          <ac:picMkLst>
            <pc:docMk/>
            <pc:sldMk cId="2920635278" sldId="260"/>
            <ac:picMk id="2" creationId="{C4D084A7-E162-0530-16AD-E6CCEFDA1395}"/>
          </ac:picMkLst>
        </pc:picChg>
      </pc:sldChg>
      <pc:sldChg chg="addSp delSp modSp add mod ord">
        <pc:chgData name="Gerardo Sandoval" userId="95023e2706efe1ac" providerId="LiveId" clId="{C761C6F5-135F-48BE-84D7-0E8BFA27ECCB}" dt="2025-12-04T22:12:10.180" v="6355" actId="1076"/>
        <pc:sldMkLst>
          <pc:docMk/>
          <pc:sldMk cId="148718879" sldId="261"/>
        </pc:sldMkLst>
        <pc:spChg chg="add mod">
          <ac:chgData name="Gerardo Sandoval" userId="95023e2706efe1ac" providerId="LiveId" clId="{C761C6F5-135F-48BE-84D7-0E8BFA27ECCB}" dt="2025-12-04T22:12:10.180" v="6355" actId="1076"/>
          <ac:spMkLst>
            <pc:docMk/>
            <pc:sldMk cId="148718879" sldId="261"/>
            <ac:spMk id="5" creationId="{389BF164-5677-816C-CE57-15AA685EAE72}"/>
          </ac:spMkLst>
        </pc:spChg>
        <pc:spChg chg="mod">
          <ac:chgData name="Gerardo Sandoval" userId="95023e2706efe1ac" providerId="LiveId" clId="{C761C6F5-135F-48BE-84D7-0E8BFA27ECCB}" dt="2025-12-04T22:07:33.620" v="6196"/>
          <ac:spMkLst>
            <pc:docMk/>
            <pc:sldMk cId="148718879" sldId="261"/>
            <ac:spMk id="6" creationId="{00000000-0000-0000-0000-000000000000}"/>
          </ac:spMkLst>
        </pc:spChg>
        <pc:spChg chg="mod">
          <ac:chgData name="Gerardo Sandoval" userId="95023e2706efe1ac" providerId="LiveId" clId="{C761C6F5-135F-48BE-84D7-0E8BFA27ECCB}" dt="2025-12-04T20:20:51.323" v="1333" actId="1076"/>
          <ac:spMkLst>
            <pc:docMk/>
            <pc:sldMk cId="148718879" sldId="261"/>
            <ac:spMk id="7" creationId="{00000000-0000-0000-0000-000000000000}"/>
          </ac:spMkLst>
        </pc:spChg>
        <pc:spChg chg="del">
          <ac:chgData name="Gerardo Sandoval" userId="95023e2706efe1ac" providerId="LiveId" clId="{C761C6F5-135F-48BE-84D7-0E8BFA27ECCB}" dt="2025-12-04T20:15:10.272" v="1103" actId="478"/>
          <ac:spMkLst>
            <pc:docMk/>
            <pc:sldMk cId="148718879" sldId="261"/>
            <ac:spMk id="8" creationId="{00000000-0000-0000-0000-000000000000}"/>
          </ac:spMkLst>
        </pc:spChg>
        <pc:spChg chg="del mod">
          <ac:chgData name="Gerardo Sandoval" userId="95023e2706efe1ac" providerId="LiveId" clId="{C761C6F5-135F-48BE-84D7-0E8BFA27ECCB}" dt="2025-12-04T20:15:17.910" v="1107" actId="478"/>
          <ac:spMkLst>
            <pc:docMk/>
            <pc:sldMk cId="148718879" sldId="261"/>
            <ac:spMk id="9" creationId="{00000000-0000-0000-0000-000000000000}"/>
          </ac:spMkLst>
        </pc:spChg>
        <pc:spChg chg="mod">
          <ac:chgData name="Gerardo Sandoval" userId="95023e2706efe1ac" providerId="LiveId" clId="{C761C6F5-135F-48BE-84D7-0E8BFA27ECCB}" dt="2025-12-04T20:18:50.958" v="1200" actId="20577"/>
          <ac:spMkLst>
            <pc:docMk/>
            <pc:sldMk cId="148718879" sldId="261"/>
            <ac:spMk id="10" creationId="{00000000-0000-0000-0000-000000000000}"/>
          </ac:spMkLst>
        </pc:spChg>
        <pc:spChg chg="mod">
          <ac:chgData name="Gerardo Sandoval" userId="95023e2706efe1ac" providerId="LiveId" clId="{C761C6F5-135F-48BE-84D7-0E8BFA27ECCB}" dt="2025-12-04T22:11:23.068" v="6229" actId="20577"/>
          <ac:spMkLst>
            <pc:docMk/>
            <pc:sldMk cId="148718879" sldId="261"/>
            <ac:spMk id="11" creationId="{00000000-0000-0000-0000-000000000000}"/>
          </ac:spMkLst>
        </pc:spChg>
        <pc:picChg chg="add del mod">
          <ac:chgData name="Gerardo Sandoval" userId="95023e2706efe1ac" providerId="LiveId" clId="{C761C6F5-135F-48BE-84D7-0E8BFA27ECCB}" dt="2025-12-04T20:14:36.463" v="1095" actId="478"/>
          <ac:picMkLst>
            <pc:docMk/>
            <pc:sldMk cId="148718879" sldId="261"/>
            <ac:picMk id="2" creationId="{C0E38B76-2E1F-75A9-61BC-F0557227D1B6}"/>
          </ac:picMkLst>
        </pc:picChg>
        <pc:picChg chg="add del mod">
          <ac:chgData name="Gerardo Sandoval" userId="95023e2706efe1ac" providerId="LiveId" clId="{C761C6F5-135F-48BE-84D7-0E8BFA27ECCB}" dt="2025-12-04T20:15:14.615" v="1105" actId="478"/>
          <ac:picMkLst>
            <pc:docMk/>
            <pc:sldMk cId="148718879" sldId="261"/>
            <ac:picMk id="3" creationId="{76E50434-FF9E-994A-91CD-E5F5391F5C92}"/>
          </ac:picMkLst>
        </pc:picChg>
        <pc:picChg chg="add mod modCrop">
          <ac:chgData name="Gerardo Sandoval" userId="95023e2706efe1ac" providerId="LiveId" clId="{C761C6F5-135F-48BE-84D7-0E8BFA27ECCB}" dt="2025-12-04T20:16:18.273" v="1115" actId="1076"/>
          <ac:picMkLst>
            <pc:docMk/>
            <pc:sldMk cId="148718879" sldId="261"/>
            <ac:picMk id="4" creationId="{7CF35D5B-CC3A-8160-A9BA-65ACAA6A8F97}"/>
          </ac:picMkLst>
        </pc:picChg>
      </pc:sldChg>
      <pc:sldChg chg="modSp del mod">
        <pc:chgData name="Gerardo Sandoval" userId="95023e2706efe1ac" providerId="LiveId" clId="{C761C6F5-135F-48BE-84D7-0E8BFA27ECCB}" dt="2025-12-04T21:03:56.894" v="3677" actId="47"/>
        <pc:sldMkLst>
          <pc:docMk/>
          <pc:sldMk cId="2378804957" sldId="262"/>
        </pc:sldMkLst>
      </pc:sldChg>
      <pc:sldChg chg="modSp add del mod">
        <pc:chgData name="Gerardo Sandoval" userId="95023e2706efe1ac" providerId="LiveId" clId="{C761C6F5-135F-48BE-84D7-0E8BFA27ECCB}" dt="2025-12-04T21:03:54.395" v="3673" actId="47"/>
        <pc:sldMkLst>
          <pc:docMk/>
          <pc:sldMk cId="3259297751" sldId="266"/>
        </pc:sldMkLst>
      </pc:sldChg>
      <pc:sldChg chg="modSp add del mod">
        <pc:chgData name="Gerardo Sandoval" userId="95023e2706efe1ac" providerId="LiveId" clId="{C761C6F5-135F-48BE-84D7-0E8BFA27ECCB}" dt="2025-12-04T21:03:53.792" v="3672" actId="47"/>
        <pc:sldMkLst>
          <pc:docMk/>
          <pc:sldMk cId="149078283" sldId="267"/>
        </pc:sldMkLst>
      </pc:sldChg>
      <pc:sldChg chg="modSp add del mod">
        <pc:chgData name="Gerardo Sandoval" userId="95023e2706efe1ac" providerId="LiveId" clId="{C761C6F5-135F-48BE-84D7-0E8BFA27ECCB}" dt="2025-12-04T21:03:51.196" v="3670" actId="47"/>
        <pc:sldMkLst>
          <pc:docMk/>
          <pc:sldMk cId="2844561881" sldId="268"/>
        </pc:sldMkLst>
      </pc:sldChg>
      <pc:sldChg chg="modSp add del mod">
        <pc:chgData name="Gerardo Sandoval" userId="95023e2706efe1ac" providerId="LiveId" clId="{C761C6F5-135F-48BE-84D7-0E8BFA27ECCB}" dt="2025-12-04T21:03:49.877" v="3669" actId="47"/>
        <pc:sldMkLst>
          <pc:docMk/>
          <pc:sldMk cId="883568965" sldId="269"/>
        </pc:sldMkLst>
      </pc:sldChg>
      <pc:sldChg chg="modSp add del mod">
        <pc:chgData name="Gerardo Sandoval" userId="95023e2706efe1ac" providerId="LiveId" clId="{C761C6F5-135F-48BE-84D7-0E8BFA27ECCB}" dt="2025-12-04T21:03:56.079" v="3676" actId="47"/>
        <pc:sldMkLst>
          <pc:docMk/>
          <pc:sldMk cId="4225748115" sldId="270"/>
        </pc:sldMkLst>
      </pc:sldChg>
      <pc:sldChg chg="modSp add del mod">
        <pc:chgData name="Gerardo Sandoval" userId="95023e2706efe1ac" providerId="LiveId" clId="{C761C6F5-135F-48BE-84D7-0E8BFA27ECCB}" dt="2025-12-04T21:03:55.513" v="3675" actId="47"/>
        <pc:sldMkLst>
          <pc:docMk/>
          <pc:sldMk cId="2784863102" sldId="271"/>
        </pc:sldMkLst>
      </pc:sldChg>
      <pc:sldChg chg="modSp add del mod">
        <pc:chgData name="Gerardo Sandoval" userId="95023e2706efe1ac" providerId="LiveId" clId="{C761C6F5-135F-48BE-84D7-0E8BFA27ECCB}" dt="2025-12-04T21:03:54.874" v="3674" actId="47"/>
        <pc:sldMkLst>
          <pc:docMk/>
          <pc:sldMk cId="920953995" sldId="272"/>
        </pc:sldMkLst>
      </pc:sldChg>
      <pc:sldChg chg="modSp add del mod">
        <pc:chgData name="Gerardo Sandoval" userId="95023e2706efe1ac" providerId="LiveId" clId="{C761C6F5-135F-48BE-84D7-0E8BFA27ECCB}" dt="2025-12-04T21:03:52.187" v="3671" actId="47"/>
        <pc:sldMkLst>
          <pc:docMk/>
          <pc:sldMk cId="1513174893" sldId="273"/>
        </pc:sldMkLst>
      </pc:sldChg>
      <pc:sldChg chg="addSp delSp modSp add mod">
        <pc:chgData name="Gerardo Sandoval" userId="95023e2706efe1ac" providerId="LiveId" clId="{C761C6F5-135F-48BE-84D7-0E8BFA27ECCB}" dt="2025-12-04T21:10:30.529" v="3732" actId="1076"/>
        <pc:sldMkLst>
          <pc:docMk/>
          <pc:sldMk cId="3239997595" sldId="275"/>
        </pc:sldMkLst>
        <pc:spChg chg="mod">
          <ac:chgData name="Gerardo Sandoval" userId="95023e2706efe1ac" providerId="LiveId" clId="{C761C6F5-135F-48BE-84D7-0E8BFA27ECCB}" dt="2025-12-04T21:05:21.847" v="3693" actId="1076"/>
          <ac:spMkLst>
            <pc:docMk/>
            <pc:sldMk cId="3239997595" sldId="275"/>
            <ac:spMk id="2" creationId="{00000000-0000-0000-0000-000000000000}"/>
          </ac:spMkLst>
        </pc:spChg>
        <pc:spChg chg="mod">
          <ac:chgData name="Gerardo Sandoval" userId="95023e2706efe1ac" providerId="LiveId" clId="{C761C6F5-135F-48BE-84D7-0E8BFA27ECCB}" dt="2025-12-04T21:05:24.883" v="3694" actId="1076"/>
          <ac:spMkLst>
            <pc:docMk/>
            <pc:sldMk cId="3239997595" sldId="275"/>
            <ac:spMk id="3" creationId="{00000000-0000-0000-0000-000000000000}"/>
          </ac:spMkLst>
        </pc:spChg>
        <pc:spChg chg="add">
          <ac:chgData name="Gerardo Sandoval" userId="95023e2706efe1ac" providerId="LiveId" clId="{C761C6F5-135F-48BE-84D7-0E8BFA27ECCB}" dt="2025-12-04T21:07:31.568" v="3695"/>
          <ac:spMkLst>
            <pc:docMk/>
            <pc:sldMk cId="3239997595" sldId="275"/>
            <ac:spMk id="5" creationId="{9B596C11-93EE-AF56-EFB9-187C8AF675DE}"/>
          </ac:spMkLst>
        </pc:spChg>
        <pc:spChg chg="add">
          <ac:chgData name="Gerardo Sandoval" userId="95023e2706efe1ac" providerId="LiveId" clId="{C761C6F5-135F-48BE-84D7-0E8BFA27ECCB}" dt="2025-12-04T21:07:39.283" v="3696"/>
          <ac:spMkLst>
            <pc:docMk/>
            <pc:sldMk cId="3239997595" sldId="275"/>
            <ac:spMk id="6" creationId="{B727C5BB-5E63-4DBF-75D9-E402510C6643}"/>
          </ac:spMkLst>
        </pc:spChg>
        <pc:spChg chg="mod">
          <ac:chgData name="Gerardo Sandoval" userId="95023e2706efe1ac" providerId="LiveId" clId="{C761C6F5-135F-48BE-84D7-0E8BFA27ECCB}" dt="2025-11-17T23:21:45.566" v="607" actId="20577"/>
          <ac:spMkLst>
            <pc:docMk/>
            <pc:sldMk cId="3239997595" sldId="275"/>
            <ac:spMk id="7" creationId="{00000000-0000-0000-0000-000000000000}"/>
          </ac:spMkLst>
        </pc:spChg>
        <pc:spChg chg="add mod">
          <ac:chgData name="Gerardo Sandoval" userId="95023e2706efe1ac" providerId="LiveId" clId="{C761C6F5-135F-48BE-84D7-0E8BFA27ECCB}" dt="2025-12-04T21:10:30.529" v="3732" actId="1076"/>
          <ac:spMkLst>
            <pc:docMk/>
            <pc:sldMk cId="3239997595" sldId="275"/>
            <ac:spMk id="9" creationId="{78FBDF6D-9EAA-BEF5-7C98-5C53675704C0}"/>
          </ac:spMkLst>
        </pc:spChg>
        <pc:spChg chg="add del mod">
          <ac:chgData name="Gerardo Sandoval" userId="95023e2706efe1ac" providerId="LiveId" clId="{C761C6F5-135F-48BE-84D7-0E8BFA27ECCB}" dt="2025-12-04T21:10:23.359" v="3731" actId="478"/>
          <ac:spMkLst>
            <pc:docMk/>
            <pc:sldMk cId="3239997595" sldId="275"/>
            <ac:spMk id="10" creationId="{112E1080-7389-40DC-2C8F-CAFB26C59AB9}"/>
          </ac:spMkLst>
        </pc:spChg>
        <pc:picChg chg="add mod">
          <ac:chgData name="Gerardo Sandoval" userId="95023e2706efe1ac" providerId="LiveId" clId="{C761C6F5-135F-48BE-84D7-0E8BFA27ECCB}" dt="2025-12-04T21:07:41.880" v="3698" actId="1076"/>
          <ac:picMkLst>
            <pc:docMk/>
            <pc:sldMk cId="3239997595" sldId="275"/>
            <ac:picMk id="4" creationId="{1E10121F-370C-05EF-9AC0-0BFF86D9074B}"/>
          </ac:picMkLst>
        </pc:picChg>
        <pc:picChg chg="add mod">
          <ac:chgData name="Gerardo Sandoval" userId="95023e2706efe1ac" providerId="LiveId" clId="{C761C6F5-135F-48BE-84D7-0E8BFA27ECCB}" dt="2025-12-04T21:07:52.240" v="3701" actId="1076"/>
          <ac:picMkLst>
            <pc:docMk/>
            <pc:sldMk cId="3239997595" sldId="275"/>
            <ac:picMk id="1030" creationId="{A0E20DED-7E64-2BA0-A097-980E28809B44}"/>
          </ac:picMkLst>
        </pc:picChg>
      </pc:sldChg>
      <pc:sldChg chg="addSp delSp modSp add mod">
        <pc:chgData name="Gerardo Sandoval" userId="95023e2706efe1ac" providerId="LiveId" clId="{C761C6F5-135F-48BE-84D7-0E8BFA27ECCB}" dt="2025-12-05T16:12:28.546" v="6476" actId="403"/>
        <pc:sldMkLst>
          <pc:docMk/>
          <pc:sldMk cId="2729975787" sldId="276"/>
        </pc:sldMkLst>
        <pc:spChg chg="add mod">
          <ac:chgData name="Gerardo Sandoval" userId="95023e2706efe1ac" providerId="LiveId" clId="{C761C6F5-135F-48BE-84D7-0E8BFA27ECCB}" dt="2025-12-05T16:12:28.546" v="6476" actId="403"/>
          <ac:spMkLst>
            <pc:docMk/>
            <pc:sldMk cId="2729975787" sldId="276"/>
            <ac:spMk id="3" creationId="{38E5A9A3-5E6E-B8D9-C890-C8AFFA4B7F2E}"/>
          </ac:spMkLst>
        </pc:spChg>
        <pc:spChg chg="mod">
          <ac:chgData name="Gerardo Sandoval" userId="95023e2706efe1ac" providerId="LiveId" clId="{C761C6F5-135F-48BE-84D7-0E8BFA27ECCB}" dt="2025-12-04T22:07:56.160" v="6202"/>
          <ac:spMkLst>
            <pc:docMk/>
            <pc:sldMk cId="2729975787" sldId="276"/>
            <ac:spMk id="6" creationId="{32B0F4D9-40AB-1B39-A681-A465C5B5FB9D}"/>
          </ac:spMkLst>
        </pc:spChg>
        <pc:spChg chg="del">
          <ac:chgData name="Gerardo Sandoval" userId="95023e2706efe1ac" providerId="LiveId" clId="{C761C6F5-135F-48BE-84D7-0E8BFA27ECCB}" dt="2025-12-04T20:44:19.892" v="2559" actId="478"/>
          <ac:spMkLst>
            <pc:docMk/>
            <pc:sldMk cId="2729975787" sldId="276"/>
            <ac:spMk id="8" creationId="{8097E7FF-EF20-ED5F-A417-B1B3E760A6D9}"/>
          </ac:spMkLst>
        </pc:spChg>
        <pc:spChg chg="del">
          <ac:chgData name="Gerardo Sandoval" userId="95023e2706efe1ac" providerId="LiveId" clId="{C761C6F5-135F-48BE-84D7-0E8BFA27ECCB}" dt="2025-12-04T20:44:21.903" v="2560" actId="478"/>
          <ac:spMkLst>
            <pc:docMk/>
            <pc:sldMk cId="2729975787" sldId="276"/>
            <ac:spMk id="9" creationId="{66D98AE0-5E91-B13E-D263-3B47C100CCCF}"/>
          </ac:spMkLst>
        </pc:spChg>
        <pc:spChg chg="mod">
          <ac:chgData name="Gerardo Sandoval" userId="95023e2706efe1ac" providerId="LiveId" clId="{C761C6F5-135F-48BE-84D7-0E8BFA27ECCB}" dt="2025-12-04T20:42:50.027" v="2478" actId="27636"/>
          <ac:spMkLst>
            <pc:docMk/>
            <pc:sldMk cId="2729975787" sldId="276"/>
            <ac:spMk id="10" creationId="{DAEE5316-49EF-1841-D16F-8262343516AF}"/>
          </ac:spMkLst>
        </pc:spChg>
        <pc:spChg chg="mod">
          <ac:chgData name="Gerardo Sandoval" userId="95023e2706efe1ac" providerId="LiveId" clId="{C761C6F5-135F-48BE-84D7-0E8BFA27ECCB}" dt="2025-12-04T20:51:23.749" v="3227" actId="20577"/>
          <ac:spMkLst>
            <pc:docMk/>
            <pc:sldMk cId="2729975787" sldId="276"/>
            <ac:spMk id="11" creationId="{828B9135-7D99-01D1-B786-D1877814A080}"/>
          </ac:spMkLst>
        </pc:spChg>
        <pc:graphicFrameChg chg="add mod modGraphic">
          <ac:chgData name="Gerardo Sandoval" userId="95023e2706efe1ac" providerId="LiveId" clId="{C761C6F5-135F-48BE-84D7-0E8BFA27ECCB}" dt="2025-12-04T20:55:54.697" v="3377" actId="122"/>
          <ac:graphicFrameMkLst>
            <pc:docMk/>
            <pc:sldMk cId="2729975787" sldId="276"/>
            <ac:graphicFrameMk id="2" creationId="{C3D683C1-02E1-35FF-10C2-737FCC07673C}"/>
          </ac:graphicFrameMkLst>
        </pc:graphicFrameChg>
      </pc:sldChg>
      <pc:sldChg chg="addSp delSp modSp add mod">
        <pc:chgData name="Gerardo Sandoval" userId="95023e2706efe1ac" providerId="LiveId" clId="{C761C6F5-135F-48BE-84D7-0E8BFA27ECCB}" dt="2025-12-04T22:12:26.189" v="6359" actId="20577"/>
        <pc:sldMkLst>
          <pc:docMk/>
          <pc:sldMk cId="2609526630" sldId="277"/>
        </pc:sldMkLst>
        <pc:spChg chg="add del mod">
          <ac:chgData name="Gerardo Sandoval" userId="95023e2706efe1ac" providerId="LiveId" clId="{C761C6F5-135F-48BE-84D7-0E8BFA27ECCB}" dt="2025-12-04T20:35:37.280" v="2302" actId="478"/>
          <ac:spMkLst>
            <pc:docMk/>
            <pc:sldMk cId="2609526630" sldId="277"/>
            <ac:spMk id="4" creationId="{00287093-1E12-D4A7-4825-FB8532298936}"/>
          </ac:spMkLst>
        </pc:spChg>
        <pc:spChg chg="mod">
          <ac:chgData name="Gerardo Sandoval" userId="95023e2706efe1ac" providerId="LiveId" clId="{C761C6F5-135F-48BE-84D7-0E8BFA27ECCB}" dt="2025-12-04T22:07:47.654" v="6199"/>
          <ac:spMkLst>
            <pc:docMk/>
            <pc:sldMk cId="2609526630" sldId="277"/>
            <ac:spMk id="6" creationId="{E4D423B7-4081-4F49-82C7-8A469B50CC4B}"/>
          </ac:spMkLst>
        </pc:spChg>
        <pc:spChg chg="mod">
          <ac:chgData name="Gerardo Sandoval" userId="95023e2706efe1ac" providerId="LiveId" clId="{C761C6F5-135F-48BE-84D7-0E8BFA27ECCB}" dt="2025-12-04T22:12:26.189" v="6359" actId="20577"/>
          <ac:spMkLst>
            <pc:docMk/>
            <pc:sldMk cId="2609526630" sldId="277"/>
            <ac:spMk id="10" creationId="{B658EA75-EA1F-5528-8E42-1040174BDE6F}"/>
          </ac:spMkLst>
        </pc:spChg>
        <pc:picChg chg="del">
          <ac:chgData name="Gerardo Sandoval" userId="95023e2706efe1ac" providerId="LiveId" clId="{C761C6F5-135F-48BE-84D7-0E8BFA27ECCB}" dt="2025-12-04T20:32:44.147" v="2063" actId="478"/>
          <ac:picMkLst>
            <pc:docMk/>
            <pc:sldMk cId="2609526630" sldId="277"/>
            <ac:picMk id="2" creationId="{D54E6B44-E0E5-F70E-CD22-8810AF63A844}"/>
          </ac:picMkLst>
        </pc:picChg>
        <pc:picChg chg="add mod">
          <ac:chgData name="Gerardo Sandoval" userId="95023e2706efe1ac" providerId="LiveId" clId="{C761C6F5-135F-48BE-84D7-0E8BFA27ECCB}" dt="2025-12-04T20:33:49.980" v="2141" actId="1076"/>
          <ac:picMkLst>
            <pc:docMk/>
            <pc:sldMk cId="2609526630" sldId="277"/>
            <ac:picMk id="3" creationId="{1577F248-4445-DCAE-4F26-B2767D4701A3}"/>
          </ac:picMkLst>
        </pc:picChg>
      </pc:sldChg>
      <pc:sldChg chg="addSp delSp modSp add mod">
        <pc:chgData name="Gerardo Sandoval" userId="95023e2706efe1ac" providerId="LiveId" clId="{C761C6F5-135F-48BE-84D7-0E8BFA27ECCB}" dt="2025-12-05T17:40:33.424" v="6559" actId="1076"/>
        <pc:sldMkLst>
          <pc:docMk/>
          <pc:sldMk cId="245956295" sldId="278"/>
        </pc:sldMkLst>
        <pc:spChg chg="mod">
          <ac:chgData name="Gerardo Sandoval" userId="95023e2706efe1ac" providerId="LiveId" clId="{C761C6F5-135F-48BE-84D7-0E8BFA27ECCB}" dt="2025-12-04T22:07:50.126" v="6200"/>
          <ac:spMkLst>
            <pc:docMk/>
            <pc:sldMk cId="245956295" sldId="278"/>
            <ac:spMk id="6" creationId="{7B2F6B27-54A3-9D8E-CA8B-737D02305B55}"/>
          </ac:spMkLst>
        </pc:spChg>
        <pc:spChg chg="mod">
          <ac:chgData name="Gerardo Sandoval" userId="95023e2706efe1ac" providerId="LiveId" clId="{C761C6F5-135F-48BE-84D7-0E8BFA27ECCB}" dt="2025-12-04T22:12:35.350" v="6366" actId="20577"/>
          <ac:spMkLst>
            <pc:docMk/>
            <pc:sldMk cId="245956295" sldId="278"/>
            <ac:spMk id="10" creationId="{500153BC-B367-335A-660A-92DA753F97D1}"/>
          </ac:spMkLst>
        </pc:spChg>
        <pc:picChg chg="add mod">
          <ac:chgData name="Gerardo Sandoval" userId="95023e2706efe1ac" providerId="LiveId" clId="{C761C6F5-135F-48BE-84D7-0E8BFA27ECCB}" dt="2025-12-04T20:53:55.329" v="3360" actId="1076"/>
          <ac:picMkLst>
            <pc:docMk/>
            <pc:sldMk cId="245956295" sldId="278"/>
            <ac:picMk id="2" creationId="{37C77630-BD9C-E47A-6BE9-B3D1CC34C229}"/>
          </ac:picMkLst>
        </pc:picChg>
        <pc:picChg chg="del">
          <ac:chgData name="Gerardo Sandoval" userId="95023e2706efe1ac" providerId="LiveId" clId="{C761C6F5-135F-48BE-84D7-0E8BFA27ECCB}" dt="2025-12-04T20:52:11.938" v="3232" actId="478"/>
          <ac:picMkLst>
            <pc:docMk/>
            <pc:sldMk cId="245956295" sldId="278"/>
            <ac:picMk id="3" creationId="{C49D8960-966C-658C-D0ED-184658A33C66}"/>
          </ac:picMkLst>
        </pc:picChg>
        <pc:picChg chg="add mod modCrop">
          <ac:chgData name="Gerardo Sandoval" userId="95023e2706efe1ac" providerId="LiveId" clId="{C761C6F5-135F-48BE-84D7-0E8BFA27ECCB}" dt="2025-12-05T17:40:33.424" v="6559" actId="1076"/>
          <ac:picMkLst>
            <pc:docMk/>
            <pc:sldMk cId="245956295" sldId="278"/>
            <ac:picMk id="4" creationId="{FEF74574-8915-2C12-915F-44E135A9FC7E}"/>
          </ac:picMkLst>
        </pc:picChg>
      </pc:sldChg>
      <pc:sldChg chg="addSp delSp modSp add mod">
        <pc:chgData name="Gerardo Sandoval" userId="95023e2706efe1ac" providerId="LiveId" clId="{C761C6F5-135F-48BE-84D7-0E8BFA27ECCB}" dt="2025-12-05T16:20:52.887" v="6553" actId="20577"/>
        <pc:sldMkLst>
          <pc:docMk/>
          <pc:sldMk cId="1993486117" sldId="279"/>
        </pc:sldMkLst>
        <pc:spChg chg="mod">
          <ac:chgData name="Gerardo Sandoval" userId="95023e2706efe1ac" providerId="LiveId" clId="{C761C6F5-135F-48BE-84D7-0E8BFA27ECCB}" dt="2025-12-04T22:07:53.593" v="6201"/>
          <ac:spMkLst>
            <pc:docMk/>
            <pc:sldMk cId="1993486117" sldId="279"/>
            <ac:spMk id="6" creationId="{024971E0-1744-D644-E55F-1ABA9F33FFC4}"/>
          </ac:spMkLst>
        </pc:spChg>
        <pc:spChg chg="add mod">
          <ac:chgData name="Gerardo Sandoval" userId="95023e2706efe1ac" providerId="LiveId" clId="{C761C6F5-135F-48BE-84D7-0E8BFA27ECCB}" dt="2025-12-05T16:11:57.554" v="6475" actId="20577"/>
          <ac:spMkLst>
            <pc:docMk/>
            <pc:sldMk cId="1993486117" sldId="279"/>
            <ac:spMk id="8" creationId="{5854667A-F22F-8B44-8AA0-1179C2F4768F}"/>
          </ac:spMkLst>
        </pc:spChg>
        <pc:spChg chg="mod">
          <ac:chgData name="Gerardo Sandoval" userId="95023e2706efe1ac" providerId="LiveId" clId="{C761C6F5-135F-48BE-84D7-0E8BFA27ECCB}" dt="2025-12-05T16:20:52.887" v="6553" actId="20577"/>
          <ac:spMkLst>
            <pc:docMk/>
            <pc:sldMk cId="1993486117" sldId="279"/>
            <ac:spMk id="10" creationId="{58D717B4-F06E-30DE-3C0A-E3F34B005242}"/>
          </ac:spMkLst>
        </pc:spChg>
        <pc:picChg chg="del">
          <ac:chgData name="Gerardo Sandoval" userId="95023e2706efe1ac" providerId="LiveId" clId="{C761C6F5-135F-48BE-84D7-0E8BFA27ECCB}" dt="2025-12-04T20:57:19.347" v="3417" actId="478"/>
          <ac:picMkLst>
            <pc:docMk/>
            <pc:sldMk cId="1993486117" sldId="279"/>
            <ac:picMk id="2" creationId="{79B45426-96B4-7CD4-888D-4F5EE30334FE}"/>
          </ac:picMkLst>
        </pc:picChg>
        <pc:picChg chg="add mod">
          <ac:chgData name="Gerardo Sandoval" userId="95023e2706efe1ac" providerId="LiveId" clId="{C761C6F5-135F-48BE-84D7-0E8BFA27ECCB}" dt="2025-12-04T20:57:30.645" v="3424" actId="1076"/>
          <ac:picMkLst>
            <pc:docMk/>
            <pc:sldMk cId="1993486117" sldId="279"/>
            <ac:picMk id="3" creationId="{A036CB56-4423-165E-2E35-E89C7637DA1E}"/>
          </ac:picMkLst>
        </pc:picChg>
        <pc:picChg chg="del">
          <ac:chgData name="Gerardo Sandoval" userId="95023e2706efe1ac" providerId="LiveId" clId="{C761C6F5-135F-48BE-84D7-0E8BFA27ECCB}" dt="2025-12-04T20:57:32.897" v="3425" actId="478"/>
          <ac:picMkLst>
            <pc:docMk/>
            <pc:sldMk cId="1993486117" sldId="279"/>
            <ac:picMk id="4" creationId="{F2889D68-CEE4-6BFA-508C-E4A40BF53567}"/>
          </ac:picMkLst>
        </pc:picChg>
        <pc:picChg chg="add mod">
          <ac:chgData name="Gerardo Sandoval" userId="95023e2706efe1ac" providerId="LiveId" clId="{C761C6F5-135F-48BE-84D7-0E8BFA27ECCB}" dt="2025-12-04T20:57:54.125" v="3429" actId="1076"/>
          <ac:picMkLst>
            <pc:docMk/>
            <pc:sldMk cId="1993486117" sldId="279"/>
            <ac:picMk id="5" creationId="{3843FC71-A98E-3A64-B67F-4688D63FD07B}"/>
          </ac:picMkLst>
        </pc:picChg>
      </pc:sldChg>
      <pc:sldChg chg="addSp delSp modSp add mod">
        <pc:chgData name="Gerardo Sandoval" userId="95023e2706efe1ac" providerId="LiveId" clId="{C761C6F5-135F-48BE-84D7-0E8BFA27ECCB}" dt="2025-12-04T22:12:48.765" v="6373" actId="20577"/>
        <pc:sldMkLst>
          <pc:docMk/>
          <pc:sldMk cId="3262489032" sldId="280"/>
        </pc:sldMkLst>
        <pc:spChg chg="add del mod">
          <ac:chgData name="Gerardo Sandoval" userId="95023e2706efe1ac" providerId="LiveId" clId="{C761C6F5-135F-48BE-84D7-0E8BFA27ECCB}" dt="2025-12-04T21:30:50.387" v="5000" actId="478"/>
          <ac:spMkLst>
            <pc:docMk/>
            <pc:sldMk cId="3262489032" sldId="280"/>
            <ac:spMk id="4" creationId="{164EF90F-8241-561F-5718-70A2A5A607EE}"/>
          </ac:spMkLst>
        </pc:spChg>
        <pc:spChg chg="add mod">
          <ac:chgData name="Gerardo Sandoval" userId="95023e2706efe1ac" providerId="LiveId" clId="{C761C6F5-135F-48BE-84D7-0E8BFA27ECCB}" dt="2025-12-04T22:12:48.765" v="6373" actId="20577"/>
          <ac:spMkLst>
            <pc:docMk/>
            <pc:sldMk cId="3262489032" sldId="280"/>
            <ac:spMk id="5" creationId="{02BCBFB6-C777-AEF2-42BB-5CE8D29DA988}"/>
          </ac:spMkLst>
        </pc:spChg>
        <pc:spChg chg="mod">
          <ac:chgData name="Gerardo Sandoval" userId="95023e2706efe1ac" providerId="LiveId" clId="{C761C6F5-135F-48BE-84D7-0E8BFA27ECCB}" dt="2025-12-04T22:07:59.592" v="6203"/>
          <ac:spMkLst>
            <pc:docMk/>
            <pc:sldMk cId="3262489032" sldId="280"/>
            <ac:spMk id="6" creationId="{110DF0C2-E38C-350E-F0A8-4C63E762E264}"/>
          </ac:spMkLst>
        </pc:spChg>
        <pc:spChg chg="mod">
          <ac:chgData name="Gerardo Sandoval" userId="95023e2706efe1ac" providerId="LiveId" clId="{C761C6F5-135F-48BE-84D7-0E8BFA27ECCB}" dt="2025-12-04T21:30:45.810" v="4999" actId="1076"/>
          <ac:spMkLst>
            <pc:docMk/>
            <pc:sldMk cId="3262489032" sldId="280"/>
            <ac:spMk id="10" creationId="{390E6E15-432A-8F6D-B437-234791310153}"/>
          </ac:spMkLst>
        </pc:spChg>
        <pc:spChg chg="mod">
          <ac:chgData name="Gerardo Sandoval" userId="95023e2706efe1ac" providerId="LiveId" clId="{C761C6F5-135F-48BE-84D7-0E8BFA27ECCB}" dt="2025-12-04T21:59:36.400" v="5969" actId="207"/>
          <ac:spMkLst>
            <pc:docMk/>
            <pc:sldMk cId="3262489032" sldId="280"/>
            <ac:spMk id="11" creationId="{988FAEF5-FF23-72F9-4DB0-E05FBB550F50}"/>
          </ac:spMkLst>
        </pc:spChg>
        <pc:graphicFrameChg chg="del">
          <ac:chgData name="Gerardo Sandoval" userId="95023e2706efe1ac" providerId="LiveId" clId="{C761C6F5-135F-48BE-84D7-0E8BFA27ECCB}" dt="2025-12-04T21:03:32.683" v="3643" actId="478"/>
          <ac:graphicFrameMkLst>
            <pc:docMk/>
            <pc:sldMk cId="3262489032" sldId="280"/>
            <ac:graphicFrameMk id="2" creationId="{AB2FA4AA-0BCF-5700-35BC-7D9E85284BE0}"/>
          </ac:graphicFrameMkLst>
        </pc:graphicFrameChg>
        <pc:picChg chg="add mod ord">
          <ac:chgData name="Gerardo Sandoval" userId="95023e2706efe1ac" providerId="LiveId" clId="{C761C6F5-135F-48BE-84D7-0E8BFA27ECCB}" dt="2025-12-04T21:30:26.636" v="4996" actId="1076"/>
          <ac:picMkLst>
            <pc:docMk/>
            <pc:sldMk cId="3262489032" sldId="280"/>
            <ac:picMk id="3" creationId="{9BF1791A-E871-2F60-BED5-2134B78B8695}"/>
          </ac:picMkLst>
        </pc:picChg>
      </pc:sldChg>
      <pc:sldChg chg="modSp add mod">
        <pc:chgData name="Gerardo Sandoval" userId="95023e2706efe1ac" providerId="LiveId" clId="{C761C6F5-135F-48BE-84D7-0E8BFA27ECCB}" dt="2025-12-05T16:19:24.859" v="6532" actId="113"/>
        <pc:sldMkLst>
          <pc:docMk/>
          <pc:sldMk cId="156100854" sldId="281"/>
        </pc:sldMkLst>
        <pc:spChg chg="mod">
          <ac:chgData name="Gerardo Sandoval" userId="95023e2706efe1ac" providerId="LiveId" clId="{C761C6F5-135F-48BE-84D7-0E8BFA27ECCB}" dt="2025-12-04T22:09:15.507" v="6220"/>
          <ac:spMkLst>
            <pc:docMk/>
            <pc:sldMk cId="156100854" sldId="281"/>
            <ac:spMk id="6" creationId="{DC12B3B4-CEAC-5FA2-5B9E-A5D2BEFE7505}"/>
          </ac:spMkLst>
        </pc:spChg>
        <pc:spChg chg="mod">
          <ac:chgData name="Gerardo Sandoval" userId="95023e2706efe1ac" providerId="LiveId" clId="{C761C6F5-135F-48BE-84D7-0E8BFA27ECCB}" dt="2025-12-04T21:12:16.534" v="3775" actId="1076"/>
          <ac:spMkLst>
            <pc:docMk/>
            <pc:sldMk cId="156100854" sldId="281"/>
            <ac:spMk id="10" creationId="{CDAC7C7A-E0E5-0085-EE0D-4C49AD2FF376}"/>
          </ac:spMkLst>
        </pc:spChg>
        <pc:spChg chg="mod">
          <ac:chgData name="Gerardo Sandoval" userId="95023e2706efe1ac" providerId="LiveId" clId="{C761C6F5-135F-48BE-84D7-0E8BFA27ECCB}" dt="2025-12-05T16:19:24.859" v="6532" actId="113"/>
          <ac:spMkLst>
            <pc:docMk/>
            <pc:sldMk cId="156100854" sldId="281"/>
            <ac:spMk id="11" creationId="{7502C4C7-EF71-21A9-A71C-05CB14733B23}"/>
          </ac:spMkLst>
        </pc:spChg>
      </pc:sldChg>
      <pc:sldChg chg="modSp add del mod">
        <pc:chgData name="Gerardo Sandoval" userId="95023e2706efe1ac" providerId="LiveId" clId="{C761C6F5-135F-48BE-84D7-0E8BFA27ECCB}" dt="2025-12-04T21:10:59.715" v="3748" actId="47"/>
        <pc:sldMkLst>
          <pc:docMk/>
          <pc:sldMk cId="384522852" sldId="281"/>
        </pc:sldMkLst>
        <pc:spChg chg="mod">
          <ac:chgData name="Gerardo Sandoval" userId="95023e2706efe1ac" providerId="LiveId" clId="{C761C6F5-135F-48BE-84D7-0E8BFA27ECCB}" dt="2025-12-04T21:03:44.299" v="3668" actId="120"/>
          <ac:spMkLst>
            <pc:docMk/>
            <pc:sldMk cId="384522852" sldId="281"/>
            <ac:spMk id="10" creationId="{2047376C-F5CB-7F64-6E56-CEBA6606563A}"/>
          </ac:spMkLst>
        </pc:spChg>
      </pc:sldChg>
      <pc:sldChg chg="addSp modSp add mod ord">
        <pc:chgData name="Gerardo Sandoval" userId="95023e2706efe1ac" providerId="LiveId" clId="{C761C6F5-135F-48BE-84D7-0E8BFA27ECCB}" dt="2025-12-05T18:33:12.199" v="6581" actId="1076"/>
        <pc:sldMkLst>
          <pc:docMk/>
          <pc:sldMk cId="1747136877" sldId="282"/>
        </pc:sldMkLst>
        <pc:spChg chg="mod">
          <ac:chgData name="Gerardo Sandoval" userId="95023e2706efe1ac" providerId="LiveId" clId="{C761C6F5-135F-48BE-84D7-0E8BFA27ECCB}" dt="2025-12-04T22:08:33.985" v="6216"/>
          <ac:spMkLst>
            <pc:docMk/>
            <pc:sldMk cId="1747136877" sldId="282"/>
            <ac:spMk id="6" creationId="{8DE440F2-12A0-1471-2C34-7BE6C9C57668}"/>
          </ac:spMkLst>
        </pc:spChg>
        <pc:spChg chg="mod">
          <ac:chgData name="Gerardo Sandoval" userId="95023e2706efe1ac" providerId="LiveId" clId="{C761C6F5-135F-48BE-84D7-0E8BFA27ECCB}" dt="2025-12-04T21:15:46.366" v="3878" actId="20577"/>
          <ac:spMkLst>
            <pc:docMk/>
            <pc:sldMk cId="1747136877" sldId="282"/>
            <ac:spMk id="10" creationId="{CD04D4E6-6046-263D-BB45-7B1DDCD50AFD}"/>
          </ac:spMkLst>
        </pc:spChg>
        <pc:spChg chg="mod">
          <ac:chgData name="Gerardo Sandoval" userId="95023e2706efe1ac" providerId="LiveId" clId="{C761C6F5-135F-48BE-84D7-0E8BFA27ECCB}" dt="2025-12-04T22:13:09.296" v="6387" actId="20577"/>
          <ac:spMkLst>
            <pc:docMk/>
            <pc:sldMk cId="1747136877" sldId="282"/>
            <ac:spMk id="11" creationId="{1E52283C-FB95-AF02-EF53-C5728362EAF0}"/>
          </ac:spMkLst>
        </pc:spChg>
        <pc:picChg chg="add mod">
          <ac:chgData name="Gerardo Sandoval" userId="95023e2706efe1ac" providerId="LiveId" clId="{C761C6F5-135F-48BE-84D7-0E8BFA27ECCB}" dt="2025-12-05T18:33:12.199" v="6581" actId="1076"/>
          <ac:picMkLst>
            <pc:docMk/>
            <pc:sldMk cId="1747136877" sldId="282"/>
            <ac:picMk id="2" creationId="{AF78C8BF-46E2-F65C-3306-9A9A1DB47853}"/>
          </ac:picMkLst>
        </pc:picChg>
      </pc:sldChg>
      <pc:sldChg chg="addSp delSp modSp add mod">
        <pc:chgData name="Gerardo Sandoval" userId="95023e2706efe1ac" providerId="LiveId" clId="{C761C6F5-135F-48BE-84D7-0E8BFA27ECCB}" dt="2025-12-04T22:13:05.444" v="6386" actId="20577"/>
        <pc:sldMkLst>
          <pc:docMk/>
          <pc:sldMk cId="1303008539" sldId="283"/>
        </pc:sldMkLst>
        <pc:spChg chg="mod">
          <ac:chgData name="Gerardo Sandoval" userId="95023e2706efe1ac" providerId="LiveId" clId="{C761C6F5-135F-48BE-84D7-0E8BFA27ECCB}" dt="2025-12-04T22:08:37.768" v="6217"/>
          <ac:spMkLst>
            <pc:docMk/>
            <pc:sldMk cId="1303008539" sldId="283"/>
            <ac:spMk id="6" creationId="{44169242-BB83-6B5D-9C7D-7DB7320208B7}"/>
          </ac:spMkLst>
        </pc:spChg>
        <pc:spChg chg="mod">
          <ac:chgData name="Gerardo Sandoval" userId="95023e2706efe1ac" providerId="LiveId" clId="{C761C6F5-135F-48BE-84D7-0E8BFA27ECCB}" dt="2025-12-04T21:15:52.274" v="3881" actId="20577"/>
          <ac:spMkLst>
            <pc:docMk/>
            <pc:sldMk cId="1303008539" sldId="283"/>
            <ac:spMk id="10" creationId="{87A85D86-0B66-1420-B7C5-9448A024602F}"/>
          </ac:spMkLst>
        </pc:spChg>
        <pc:spChg chg="mod">
          <ac:chgData name="Gerardo Sandoval" userId="95023e2706efe1ac" providerId="LiveId" clId="{C761C6F5-135F-48BE-84D7-0E8BFA27ECCB}" dt="2025-12-04T22:13:05.444" v="6386" actId="20577"/>
          <ac:spMkLst>
            <pc:docMk/>
            <pc:sldMk cId="1303008539" sldId="283"/>
            <ac:spMk id="11" creationId="{AD1D1DB2-0525-B456-A57A-364D13E7F498}"/>
          </ac:spMkLst>
        </pc:spChg>
        <pc:picChg chg="del">
          <ac:chgData name="Gerardo Sandoval" userId="95023e2706efe1ac" providerId="LiveId" clId="{C761C6F5-135F-48BE-84D7-0E8BFA27ECCB}" dt="2025-12-04T21:16:40.326" v="3954" actId="478"/>
          <ac:picMkLst>
            <pc:docMk/>
            <pc:sldMk cId="1303008539" sldId="283"/>
            <ac:picMk id="2" creationId="{2DCA99A3-21B6-52AD-A164-8A65DFD424A5}"/>
          </ac:picMkLst>
        </pc:picChg>
        <pc:picChg chg="add mod">
          <ac:chgData name="Gerardo Sandoval" userId="95023e2706efe1ac" providerId="LiveId" clId="{C761C6F5-135F-48BE-84D7-0E8BFA27ECCB}" dt="2025-12-04T21:16:51.436" v="3957" actId="1076"/>
          <ac:picMkLst>
            <pc:docMk/>
            <pc:sldMk cId="1303008539" sldId="283"/>
            <ac:picMk id="3" creationId="{892B5FFA-63E2-42EB-AA7A-C91B686B62D7}"/>
          </ac:picMkLst>
        </pc:picChg>
      </pc:sldChg>
      <pc:sldChg chg="addSp delSp modSp add mod modNotesTx">
        <pc:chgData name="Gerardo Sandoval" userId="95023e2706efe1ac" providerId="LiveId" clId="{C761C6F5-135F-48BE-84D7-0E8BFA27ECCB}" dt="2025-12-05T17:49:29.466" v="6579" actId="20577"/>
        <pc:sldMkLst>
          <pc:docMk/>
          <pc:sldMk cId="2969311374" sldId="284"/>
        </pc:sldMkLst>
        <pc:spChg chg="add mod">
          <ac:chgData name="Gerardo Sandoval" userId="95023e2706efe1ac" providerId="LiveId" clId="{C761C6F5-135F-48BE-84D7-0E8BFA27ECCB}" dt="2025-12-04T21:57:39.860" v="5932" actId="20577"/>
          <ac:spMkLst>
            <pc:docMk/>
            <pc:sldMk cId="2969311374" sldId="284"/>
            <ac:spMk id="2" creationId="{E19F38D9-F05C-6E47-DF93-B2CC670034BB}"/>
          </ac:spMkLst>
        </pc:spChg>
        <pc:spChg chg="mod">
          <ac:chgData name="Gerardo Sandoval" userId="95023e2706efe1ac" providerId="LiveId" clId="{C761C6F5-135F-48BE-84D7-0E8BFA27ECCB}" dt="2025-12-04T22:08:15.760" v="6214"/>
          <ac:spMkLst>
            <pc:docMk/>
            <pc:sldMk cId="2969311374" sldId="284"/>
            <ac:spMk id="6" creationId="{1FD801C1-111E-412D-5D94-2A8D0A5F2F71}"/>
          </ac:spMkLst>
        </pc:spChg>
        <pc:spChg chg="add mod">
          <ac:chgData name="Gerardo Sandoval" userId="95023e2706efe1ac" providerId="LiveId" clId="{C761C6F5-135F-48BE-84D7-0E8BFA27ECCB}" dt="2025-12-05T16:19:41.449" v="6533" actId="1076"/>
          <ac:spMkLst>
            <pc:docMk/>
            <pc:sldMk cId="2969311374" sldId="284"/>
            <ac:spMk id="8" creationId="{0190D1A8-A905-8003-0015-2232EBAAC664}"/>
          </ac:spMkLst>
        </pc:spChg>
        <pc:spChg chg="mod">
          <ac:chgData name="Gerardo Sandoval" userId="95023e2706efe1ac" providerId="LiveId" clId="{C761C6F5-135F-48BE-84D7-0E8BFA27ECCB}" dt="2025-12-04T21:51:01.696" v="5845" actId="27636"/>
          <ac:spMkLst>
            <pc:docMk/>
            <pc:sldMk cId="2969311374" sldId="284"/>
            <ac:spMk id="10" creationId="{93408CBF-91C5-5CDD-6B3A-A1D577F74310}"/>
          </ac:spMkLst>
        </pc:spChg>
        <pc:spChg chg="del">
          <ac:chgData name="Gerardo Sandoval" userId="95023e2706efe1ac" providerId="LiveId" clId="{C761C6F5-135F-48BE-84D7-0E8BFA27ECCB}" dt="2025-12-04T21:31:09.657" v="5020" actId="478"/>
          <ac:spMkLst>
            <pc:docMk/>
            <pc:sldMk cId="2969311374" sldId="284"/>
            <ac:spMk id="11" creationId="{3F3C8C73-2CC8-A247-CF07-B867B6DAE4C8}"/>
          </ac:spMkLst>
        </pc:spChg>
        <pc:picChg chg="del">
          <ac:chgData name="Gerardo Sandoval" userId="95023e2706efe1ac" providerId="LiveId" clId="{C761C6F5-135F-48BE-84D7-0E8BFA27ECCB}" dt="2025-12-04T21:31:00.116" v="5016" actId="478"/>
          <ac:picMkLst>
            <pc:docMk/>
            <pc:sldMk cId="2969311374" sldId="284"/>
            <ac:picMk id="3" creationId="{EFC9FE49-8F43-F2D1-375A-593414207F9A}"/>
          </ac:picMkLst>
        </pc:picChg>
        <pc:picChg chg="add mod modCrop">
          <ac:chgData name="Gerardo Sandoval" userId="95023e2706efe1ac" providerId="LiveId" clId="{C761C6F5-135F-48BE-84D7-0E8BFA27ECCB}" dt="2025-12-04T21:48:01.996" v="5511" actId="1076"/>
          <ac:picMkLst>
            <pc:docMk/>
            <pc:sldMk cId="2969311374" sldId="284"/>
            <ac:picMk id="5" creationId="{20EE1EDE-4B66-5899-2F6F-501727275ABE}"/>
          </ac:picMkLst>
        </pc:picChg>
      </pc:sldChg>
      <pc:sldMasterChg chg="del delSldLayout">
        <pc:chgData name="Gerardo Sandoval" userId="95023e2706efe1ac" providerId="LiveId" clId="{C761C6F5-135F-48BE-84D7-0E8BFA27ECCB}" dt="2025-12-04T21:11:02.268" v="3749" actId="47"/>
        <pc:sldMasterMkLst>
          <pc:docMk/>
          <pc:sldMasterMk cId="1255245573" sldId="2147483648"/>
        </pc:sldMasterMkLst>
        <pc:sldLayoutChg chg="del">
          <pc:chgData name="Gerardo Sandoval" userId="95023e2706efe1ac" providerId="LiveId" clId="{C761C6F5-135F-48BE-84D7-0E8BFA27ECCB}" dt="2025-12-04T21:11:02.268" v="3749" actId="47"/>
          <pc:sldLayoutMkLst>
            <pc:docMk/>
            <pc:sldMasterMk cId="1255245573" sldId="2147483648"/>
            <pc:sldLayoutMk cId="985393448" sldId="2147483649"/>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545114742" sldId="2147483650"/>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875353976" sldId="2147483651"/>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2316043011" sldId="2147483652"/>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844703806" sldId="2147483653"/>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2587107637" sldId="2147483654"/>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1654011914" sldId="2147483655"/>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2148999834" sldId="2147483656"/>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3993736535" sldId="2147483657"/>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3913209678" sldId="2147483658"/>
          </pc:sldLayoutMkLst>
        </pc:sldLayoutChg>
        <pc:sldLayoutChg chg="del">
          <pc:chgData name="Gerardo Sandoval" userId="95023e2706efe1ac" providerId="LiveId" clId="{C761C6F5-135F-48BE-84D7-0E8BFA27ECCB}" dt="2025-12-04T21:11:02.268" v="3749" actId="47"/>
          <pc:sldLayoutMkLst>
            <pc:docMk/>
            <pc:sldMasterMk cId="1255245573" sldId="2147483648"/>
            <pc:sldLayoutMk cId="427424858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2EE44E-6015-4FBB-8228-18109FFD2B22}"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C41FCC-0841-4CD7-854B-037E832D0665}" type="slidenum">
              <a:rPr lang="en-US" smtClean="0"/>
              <a:t>‹#›</a:t>
            </a:fld>
            <a:endParaRPr lang="en-US"/>
          </a:p>
        </p:txBody>
      </p:sp>
    </p:spTree>
    <p:extLst>
      <p:ext uri="{BB962C8B-B14F-4D97-AF65-F5344CB8AC3E}">
        <p14:creationId xmlns:p14="http://schemas.microsoft.com/office/powerpoint/2010/main" val="1447135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Hello everyone. My name is Gerardo Sandoval and the title of my CFD project is Flow over a 2D 2412 Airfoil.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1</a:t>
            </a:fld>
            <a:endParaRPr lang="en-US"/>
          </a:p>
        </p:txBody>
      </p:sp>
    </p:spTree>
    <p:extLst>
      <p:ext uri="{BB962C8B-B14F-4D97-AF65-F5344CB8AC3E}">
        <p14:creationId xmlns:p14="http://schemas.microsoft.com/office/powerpoint/2010/main" val="3110591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outline of this presentation is as follows: Project Background, Methods, Figures, Validation and Verification, and Key Results and Conclusion. References and Appendix slides are included at the end of the slide deck.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project background, I will explain the motivations of the project and its goals.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methods, I will state how I used Ansys Workbench and Fluent to simulate 2D flow over an airfoil.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figures slides, I will show my Fluent methods and Results.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Finally, in the Key Results and Conclusion, I will summarize the results and challenges and state future improvements of this CFD project. </a:t>
            </a:r>
          </a:p>
          <a:p>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2</a:t>
            </a:fld>
            <a:endParaRPr lang="en-US"/>
          </a:p>
        </p:txBody>
      </p:sp>
    </p:spTree>
    <p:extLst>
      <p:ext uri="{BB962C8B-B14F-4D97-AF65-F5344CB8AC3E}">
        <p14:creationId xmlns:p14="http://schemas.microsoft.com/office/powerpoint/2010/main" val="3187337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Project Background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goal of this project is to determine the lift and drag coefficients and relevant flow contours. </a:t>
            </a:r>
          </a:p>
          <a:p>
            <a:r>
              <a:rPr lang="en-US" sz="1200" kern="1200" dirty="0">
                <a:solidFill>
                  <a:schemeClr val="tx1"/>
                </a:solidFill>
                <a:effectLst/>
                <a:latin typeface="+mn-lt"/>
                <a:ea typeface="+mn-ea"/>
                <a:cs typeface="+mn-cs"/>
              </a:rPr>
              <a:t>The motivation for this project was that 2D airfoil simulations are simple to set up and there is existing experimental data easily available to compare Fluent data results.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Mach Speeds used were 0.13, 1.0, and 1.5. Figure 1 shows the geometry of the airfoil and the fluid domain in Ansys Design Modeler. </a:t>
            </a:r>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3</a:t>
            </a:fld>
            <a:endParaRPr lang="en-US"/>
          </a:p>
        </p:txBody>
      </p:sp>
    </p:spTree>
    <p:extLst>
      <p:ext uri="{BB962C8B-B14F-4D97-AF65-F5344CB8AC3E}">
        <p14:creationId xmlns:p14="http://schemas.microsoft.com/office/powerpoint/2010/main" val="3503837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onto Methods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Ansys Workbench, I created the 2D geometry by downloading airfoil coordinate data and editing it in Excel and importing it to Design Modeler.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mesh was generated by creating 5 meshes from 5 faces of the 2D geometry and the inlet and outlet were defined. Figure 2 shows the structured mesh.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After mesh generation, I ran Fluent using the settings – 2D Flow, Viscous setting, and 1000 number of iterations. </a:t>
            </a:r>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4</a:t>
            </a:fld>
            <a:endParaRPr lang="en-US"/>
          </a:p>
        </p:txBody>
      </p:sp>
    </p:spTree>
    <p:extLst>
      <p:ext uri="{BB962C8B-B14F-4D97-AF65-F5344CB8AC3E}">
        <p14:creationId xmlns:p14="http://schemas.microsoft.com/office/powerpoint/2010/main" val="1418089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Figure 3 Shows the full mesh. Note that the mesh to the left of the airfoil is a lot more detailed than the right side. </a:t>
            </a:r>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5</a:t>
            </a:fld>
            <a:endParaRPr lang="en-US"/>
          </a:p>
        </p:txBody>
      </p:sp>
    </p:spTree>
    <p:extLst>
      <p:ext uri="{BB962C8B-B14F-4D97-AF65-F5344CB8AC3E}">
        <p14:creationId xmlns:p14="http://schemas.microsoft.com/office/powerpoint/2010/main" val="559114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Figure 4 shows the inlet and outlet of the fluid region in Ansys Fluent. </a:t>
            </a:r>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6</a:t>
            </a:fld>
            <a:endParaRPr lang="en-US"/>
          </a:p>
        </p:txBody>
      </p:sp>
    </p:spTree>
    <p:extLst>
      <p:ext uri="{BB962C8B-B14F-4D97-AF65-F5344CB8AC3E}">
        <p14:creationId xmlns:p14="http://schemas.microsoft.com/office/powerpoint/2010/main" val="297090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Figures 5 and 6 show the pressure and velocity contours at Mach 0.13 (45 m/s) at 0-degree angle of attack. </a:t>
            </a:r>
          </a:p>
          <a:p>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7</a:t>
            </a:fld>
            <a:endParaRPr lang="en-US"/>
          </a:p>
        </p:txBody>
      </p:sp>
    </p:spTree>
    <p:extLst>
      <p:ext uri="{BB962C8B-B14F-4D97-AF65-F5344CB8AC3E}">
        <p14:creationId xmlns:p14="http://schemas.microsoft.com/office/powerpoint/2010/main" val="2655360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Figures 7 and 8 shows the turbulence and pressure contours at Mach 1.5.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had issues with getting shock waves due to the density-based solver being more sensitive and may have needed a higher resolution mesh. </a:t>
            </a:r>
          </a:p>
          <a:p>
            <a:r>
              <a:rPr lang="en-US" sz="1200" kern="1200" dirty="0">
                <a:solidFill>
                  <a:schemeClr val="tx1"/>
                </a:solidFill>
                <a:effectLst/>
                <a:latin typeface="+mn-lt"/>
                <a:ea typeface="+mn-ea"/>
                <a:cs typeface="+mn-cs"/>
              </a:rPr>
              <a:t>A turbulent wake is visible in Figure 7, and it causes increased pressure drag. </a:t>
            </a:r>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8</a:t>
            </a:fld>
            <a:endParaRPr lang="en-US"/>
          </a:p>
        </p:txBody>
      </p:sp>
    </p:spTree>
    <p:extLst>
      <p:ext uri="{BB962C8B-B14F-4D97-AF65-F5344CB8AC3E}">
        <p14:creationId xmlns:p14="http://schemas.microsoft.com/office/powerpoint/2010/main" val="3657420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Validation and Verification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Fluent data was compared to NACA 2412 experimental data – specifically the lift and drag coefficients at Mach 0.13. The reason for making this comparison was to validate that the Fluent simulations were accurate especially for the next simulations at Mach 1.0 and Mach 1.5.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simulated lift coefficient data was largely accurate while the drag coefficient data was overestimated in the Fluent simulations. Table 1 shows the Fluent and NACA data.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percentage difference in lift coefficients was between 0.0095% and 15.1%. The percentage difference in the drag data was between 21.0% and 59.9%. </a:t>
            </a:r>
          </a:p>
          <a:p>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9</a:t>
            </a:fld>
            <a:endParaRPr lang="en-US"/>
          </a:p>
        </p:txBody>
      </p:sp>
    </p:spTree>
    <p:extLst>
      <p:ext uri="{BB962C8B-B14F-4D97-AF65-F5344CB8AC3E}">
        <p14:creationId xmlns:p14="http://schemas.microsoft.com/office/powerpoint/2010/main" val="87579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Key Results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Validation – The validation case was relatively accurate with the lift coefficients closely matching the NASA data and the drag less so due to limited mesh resolution and simplified flow modeling.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outcome of this project was the demonstrated capability of using Fluent to model subsonic and compressible flows over simple 2D geometry. </a:t>
            </a:r>
          </a:p>
          <a:p>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10</a:t>
            </a:fld>
            <a:endParaRPr lang="en-US"/>
          </a:p>
        </p:txBody>
      </p:sp>
    </p:spTree>
    <p:extLst>
      <p:ext uri="{BB962C8B-B14F-4D97-AF65-F5344CB8AC3E}">
        <p14:creationId xmlns:p14="http://schemas.microsoft.com/office/powerpoint/2010/main" val="2526237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biggest challenges</a:t>
            </a:r>
            <a:r>
              <a:rPr lang="en-US" sz="1200" kern="1200" dirty="0">
                <a:solidFill>
                  <a:schemeClr val="tx1"/>
                </a:solidFill>
                <a:effectLst/>
                <a:latin typeface="+mn-lt"/>
                <a:ea typeface="+mn-ea"/>
                <a:cs typeface="+mn-cs"/>
              </a:rPr>
              <a:t> of this project were mesh generation caused by not reversing the bias in Mesh setup in Workbench when creating the fluid domain around the airfoil. I was </a:t>
            </a:r>
            <a:r>
              <a:rPr lang="en-US" sz="1200" b="1" kern="1200" dirty="0">
                <a:solidFill>
                  <a:schemeClr val="tx1"/>
                </a:solidFill>
                <a:effectLst/>
                <a:latin typeface="+mn-lt"/>
                <a:ea typeface="+mn-ea"/>
                <a:cs typeface="+mn-cs"/>
              </a:rPr>
              <a:t>able to resolve the issue</a:t>
            </a:r>
            <a:r>
              <a:rPr lang="en-US" sz="1200" kern="1200" dirty="0">
                <a:solidFill>
                  <a:schemeClr val="tx1"/>
                </a:solidFill>
                <a:effectLst/>
                <a:latin typeface="+mn-lt"/>
                <a:ea typeface="+mn-ea"/>
                <a:cs typeface="+mn-cs"/>
              </a:rPr>
              <a:t> by trying multiple mesh generations settings for the fluid domain and </a:t>
            </a:r>
            <a:r>
              <a:rPr lang="en-US" sz="1200" b="1" kern="1200" dirty="0">
                <a:solidFill>
                  <a:schemeClr val="tx1"/>
                </a:solidFill>
                <a:effectLst/>
                <a:latin typeface="+mn-lt"/>
                <a:ea typeface="+mn-ea"/>
                <a:cs typeface="+mn-cs"/>
              </a:rPr>
              <a:t>increasing the bias and reversing the bias</a:t>
            </a:r>
            <a:r>
              <a:rPr lang="en-US" sz="1200" kern="1200" dirty="0">
                <a:solidFill>
                  <a:schemeClr val="tx1"/>
                </a:solidFill>
                <a:effectLst/>
                <a:latin typeface="+mn-lt"/>
                <a:ea typeface="+mn-ea"/>
                <a:cs typeface="+mn-cs"/>
              </a:rPr>
              <a:t> in the outlet region. I kept getting swirly meshes in front and in the back of the airfoil.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Setting the turbulence solver settings were another </a:t>
            </a:r>
            <a:r>
              <a:rPr lang="en-US" sz="1200" b="1" kern="1200" dirty="0">
                <a:solidFill>
                  <a:schemeClr val="tx1"/>
                </a:solidFill>
                <a:effectLst/>
                <a:latin typeface="+mn-lt"/>
                <a:ea typeface="+mn-ea"/>
                <a:cs typeface="+mn-cs"/>
              </a:rPr>
              <a:t>challenge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limitations</a:t>
            </a:r>
            <a:r>
              <a:rPr lang="en-US" sz="1200" kern="1200" dirty="0">
                <a:solidFill>
                  <a:schemeClr val="tx1"/>
                </a:solidFill>
                <a:effectLst/>
                <a:latin typeface="+mn-lt"/>
                <a:ea typeface="+mn-ea"/>
                <a:cs typeface="+mn-cs"/>
              </a:rPr>
              <a:t> of this project were mainly the overestimation of the drag coefficient due to the use of steady-flow assumptions and limited mesh resolution which caused a discrepancy between my simulated data and the NACA experimental data.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best improvement</a:t>
            </a:r>
            <a:r>
              <a:rPr lang="en-US" sz="1200" kern="1200" dirty="0">
                <a:solidFill>
                  <a:schemeClr val="tx1"/>
                </a:solidFill>
                <a:effectLst/>
                <a:latin typeface="+mn-lt"/>
                <a:ea typeface="+mn-ea"/>
                <a:cs typeface="+mn-cs"/>
              </a:rPr>
              <a:t> for this project would be to redo the Mach 1.5 simulation with pressure-based solver settings or detailed density-based solver to resolve the lack of shock waves.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Future work for this CFD project could explore unsteady simulations and simulations of the 2412 and other airfoils in three-dimensions to model complex flow behavior that is common in fluid system design such as airplane wings and fluid research problems.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concludes my presentation.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53C41FCC-0841-4CD7-854B-037E832D0665}" type="slidenum">
              <a:rPr lang="en-US" smtClean="0"/>
              <a:t>11</a:t>
            </a:fld>
            <a:endParaRPr lang="en-US"/>
          </a:p>
        </p:txBody>
      </p:sp>
    </p:spTree>
    <p:extLst>
      <p:ext uri="{BB962C8B-B14F-4D97-AF65-F5344CB8AC3E}">
        <p14:creationId xmlns:p14="http://schemas.microsoft.com/office/powerpoint/2010/main" val="20314633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29234" y="6244378"/>
            <a:ext cx="2743200" cy="365125"/>
          </a:xfrm>
          <a:prstGeom prst="rect">
            <a:avLst/>
          </a:prstGeom>
        </p:spPr>
        <p:txBody>
          <a:bodyPr/>
          <a:lstStyle>
            <a:lvl1pPr algn="ctr">
              <a:defRPr/>
            </a:lvl1pPr>
          </a:lstStyle>
          <a:p>
            <a:fld id="{D54D5371-F7DB-5648-B768-5243C5A9A4FB}" type="datetimeFigureOut">
              <a:rPr lang="en-US" smtClean="0"/>
              <a:pPr/>
              <a:t>12/4/2025</a:t>
            </a:fld>
            <a:endParaRPr lang="en-US" dirty="0"/>
          </a:p>
        </p:txBody>
      </p:sp>
      <p:sp>
        <p:nvSpPr>
          <p:cNvPr id="15" name="TextBox 14"/>
          <p:cNvSpPr txBox="1"/>
          <p:nvPr userDrawn="1"/>
        </p:nvSpPr>
        <p:spPr>
          <a:xfrm>
            <a:off x="3391382" y="-1342663"/>
            <a:ext cx="184731" cy="369332"/>
          </a:xfrm>
          <a:prstGeom prst="rect">
            <a:avLst/>
          </a:prstGeom>
          <a:noFill/>
        </p:spPr>
        <p:txBody>
          <a:bodyPr wrap="none" rtlCol="0">
            <a:spAutoFit/>
          </a:bodyPr>
          <a:lstStyle/>
          <a:p>
            <a:endParaRPr lang="en-US"/>
          </a:p>
        </p:txBody>
      </p:sp>
      <p:pic>
        <p:nvPicPr>
          <p:cNvPr id="5" name="Picture 4"/>
          <p:cNvPicPr>
            <a:picLocks noChangeAspect="1"/>
          </p:cNvPicPr>
          <p:nvPr userDrawn="1"/>
        </p:nvPicPr>
        <p:blipFill>
          <a:blip r:embed="rId2"/>
          <a:stretch>
            <a:fillRect/>
          </a:stretch>
        </p:blipFill>
        <p:spPr>
          <a:xfrm>
            <a:off x="664028" y="6346057"/>
            <a:ext cx="2833490" cy="161765"/>
          </a:xfrm>
          <a:prstGeom prst="rect">
            <a:avLst/>
          </a:prstGeom>
        </p:spPr>
      </p:pic>
      <p:sp>
        <p:nvSpPr>
          <p:cNvPr id="9" name="Title 1"/>
          <p:cNvSpPr>
            <a:spLocks noGrp="1"/>
          </p:cNvSpPr>
          <p:nvPr>
            <p:ph type="ctrTitle"/>
          </p:nvPr>
        </p:nvSpPr>
        <p:spPr>
          <a:xfrm>
            <a:off x="1524000" y="1122363"/>
            <a:ext cx="9144000" cy="2387600"/>
          </a:xfrm>
        </p:spPr>
        <p:txBody>
          <a:bodyPr anchor="b">
            <a:normAutofit/>
          </a:bodyPr>
          <a:lstStyle>
            <a:lvl1pPr algn="ctr">
              <a:defRPr sz="6000"/>
            </a:lvl1pPr>
          </a:lstStyle>
          <a:p>
            <a:r>
              <a:rPr lang="en-US" dirty="0">
                <a:latin typeface="Myriad Pro"/>
                <a:cs typeface="Myriad Pro"/>
              </a:rPr>
              <a:t>Headlines here in upper and lower case</a:t>
            </a:r>
          </a:p>
        </p:txBody>
      </p:sp>
      <p:sp>
        <p:nvSpPr>
          <p:cNvPr id="10" name="Subtitle 2"/>
          <p:cNvSpPr>
            <a:spLocks noGrp="1"/>
          </p:cNvSpPr>
          <p:nvPr>
            <p:ph type="subTitle" idx="1"/>
          </p:nvPr>
        </p:nvSpPr>
        <p:spPr>
          <a:xfrm>
            <a:off x="1524000" y="3602038"/>
            <a:ext cx="9144000" cy="1655762"/>
          </a:xfrm>
        </p:spPr>
        <p:txBody>
          <a:bodyPr>
            <a:normAutofit/>
          </a:bodyPr>
          <a:lstStyle>
            <a:lvl1pPr marL="0" indent="0" algn="ctr">
              <a:buNone/>
              <a:defRPr sz="2400"/>
            </a:lvl1pPr>
          </a:lstStyle>
          <a:p>
            <a:r>
              <a:rPr lang="en-US" dirty="0">
                <a:latin typeface="Myriad Pro"/>
                <a:cs typeface="Myriad Pro"/>
              </a:rPr>
              <a:t>Subheads here in upper and lower case</a:t>
            </a:r>
          </a:p>
        </p:txBody>
      </p:sp>
      <p:sp>
        <p:nvSpPr>
          <p:cNvPr id="13" name="Slide Number Placeholder 9"/>
          <p:cNvSpPr>
            <a:spLocks noGrp="1"/>
          </p:cNvSpPr>
          <p:nvPr>
            <p:ph type="sldNum" sz="quarter" idx="13"/>
          </p:nvPr>
        </p:nvSpPr>
        <p:spPr>
          <a:xfrm>
            <a:off x="8431136" y="6253141"/>
            <a:ext cx="2743200" cy="365125"/>
          </a:xfrm>
        </p:spPr>
        <p:txBody>
          <a:bodyPr/>
          <a:lstStyle/>
          <a:p>
            <a:r>
              <a:rPr lang="en-US">
                <a:solidFill>
                  <a:schemeClr val="tx1">
                    <a:lumMod val="50000"/>
                    <a:lumOff val="50000"/>
                  </a:schemeClr>
                </a:solidFill>
                <a:latin typeface="Avenir Next" charset="0"/>
                <a:ea typeface="Avenir Next" charset="0"/>
                <a:cs typeface="Avenir Next" charset="0"/>
              </a:rPr>
              <a:t>Title of document here</a:t>
            </a:r>
            <a:endParaRPr lang="en-US" dirty="0">
              <a:solidFill>
                <a:schemeClr val="tx1">
                  <a:lumMod val="50000"/>
                  <a:lumOff val="50000"/>
                </a:schemeClr>
              </a:solidFill>
              <a:latin typeface="Avenir Next" charset="0"/>
              <a:ea typeface="Avenir Next" charset="0"/>
              <a:cs typeface="Avenir Next" charset="0"/>
            </a:endParaRPr>
          </a:p>
        </p:txBody>
      </p:sp>
    </p:spTree>
    <p:extLst>
      <p:ext uri="{BB962C8B-B14F-4D97-AF65-F5344CB8AC3E}">
        <p14:creationId xmlns:p14="http://schemas.microsoft.com/office/powerpoint/2010/main" val="1658640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1"/>
          <p:cNvSpPr>
            <a:spLocks noGrp="1"/>
          </p:cNvSpPr>
          <p:nvPr>
            <p:ph type="ctrTitle"/>
          </p:nvPr>
        </p:nvSpPr>
        <p:spPr>
          <a:xfrm>
            <a:off x="875816" y="613077"/>
            <a:ext cx="10224305" cy="729586"/>
          </a:xfrm>
        </p:spPr>
        <p:txBody>
          <a:bodyPr>
            <a:normAutofit/>
          </a:bodyPr>
          <a:lstStyle/>
          <a:p>
            <a:pPr algn="l"/>
            <a:r>
              <a:rPr lang="en-US" sz="4000" dirty="0">
                <a:latin typeface="Myriad Pro"/>
                <a:cs typeface="Myriad Pro"/>
              </a:rPr>
              <a:t>Headlines case</a:t>
            </a:r>
          </a:p>
        </p:txBody>
      </p:sp>
      <p:sp>
        <p:nvSpPr>
          <p:cNvPr id="9" name="Subtitle 2"/>
          <p:cNvSpPr>
            <a:spLocks noGrp="1"/>
          </p:cNvSpPr>
          <p:nvPr>
            <p:ph type="subTitle" idx="1"/>
          </p:nvPr>
        </p:nvSpPr>
        <p:spPr>
          <a:xfrm>
            <a:off x="1666754" y="1750088"/>
            <a:ext cx="8646289" cy="3504817"/>
          </a:xfrm>
        </p:spPr>
        <p:txBody>
          <a:bodyPr>
            <a:normAutofit/>
          </a:bodyPr>
          <a:lstStyle/>
          <a:p>
            <a:pPr marL="342900" indent="-342900" algn="l">
              <a:buClr>
                <a:srgbClr val="FFC000"/>
              </a:buClr>
              <a:buFont typeface="Arial" charset="0"/>
              <a:buChar char="•"/>
            </a:pPr>
            <a:r>
              <a:rPr lang="en-US" sz="2800" dirty="0">
                <a:latin typeface="Myriad Pro"/>
                <a:cs typeface="Myriad Pro"/>
              </a:rPr>
              <a:t>Bullets in upper and lower case</a:t>
            </a:r>
          </a:p>
          <a:p>
            <a:pPr marL="342900" indent="-342900" algn="l">
              <a:buClr>
                <a:srgbClr val="FFC000"/>
              </a:buClr>
              <a:buFont typeface="Arial" charset="0"/>
              <a:buChar char="•"/>
            </a:pPr>
            <a:r>
              <a:rPr lang="en-US" sz="2800" dirty="0">
                <a:latin typeface="Myriad Pro"/>
                <a:cs typeface="Myriad Pro"/>
              </a:rPr>
              <a:t>No more than 5 bullets on a page</a:t>
            </a:r>
          </a:p>
          <a:p>
            <a:pPr marL="342900" indent="-342900" algn="l">
              <a:buClr>
                <a:srgbClr val="FFC000"/>
              </a:buClr>
              <a:buFont typeface="Arial" charset="0"/>
              <a:buChar char="•"/>
            </a:pPr>
            <a:r>
              <a:rPr lang="en-US" sz="2800" dirty="0">
                <a:latin typeface="Myriad Pro"/>
                <a:cs typeface="Myriad Pro"/>
              </a:rPr>
              <a:t>Bullets in upper and lower in case </a:t>
            </a:r>
          </a:p>
          <a:p>
            <a:pPr marL="342900" indent="-342900" algn="l">
              <a:buClr>
                <a:srgbClr val="FFC000"/>
              </a:buClr>
              <a:buFont typeface="Arial" charset="0"/>
              <a:buChar char="•"/>
            </a:pPr>
            <a:r>
              <a:rPr lang="en-US" sz="2800" dirty="0">
                <a:latin typeface="Myriad Pro"/>
                <a:cs typeface="Myriad Pro"/>
              </a:rPr>
              <a:t>No more than 5 bullets on a page</a:t>
            </a:r>
          </a:p>
          <a:p>
            <a:pPr marL="342900" indent="-342900" algn="l">
              <a:buClr>
                <a:srgbClr val="FFC000"/>
              </a:buClr>
              <a:buFont typeface="Arial" charset="0"/>
              <a:buChar char="•"/>
            </a:pPr>
            <a:r>
              <a:rPr lang="en-US" sz="2800" dirty="0">
                <a:latin typeface="Myriad Pro"/>
                <a:cs typeface="Myriad Pro"/>
              </a:rPr>
              <a:t>Bullets in upper and lower case</a:t>
            </a:r>
          </a:p>
        </p:txBody>
      </p:sp>
      <p:sp>
        <p:nvSpPr>
          <p:cNvPr id="4" name="Date Placeholder 3"/>
          <p:cNvSpPr>
            <a:spLocks noGrp="1"/>
          </p:cNvSpPr>
          <p:nvPr>
            <p:ph type="dt" sz="half" idx="12"/>
          </p:nvPr>
        </p:nvSpPr>
        <p:spPr/>
        <p:txBody>
          <a:bodyPr/>
          <a:lstStyle/>
          <a:p>
            <a:fld id="{F34D29D8-FFB6-F340-895A-2A1396DD2763}" type="datetimeFigureOut">
              <a:rPr lang="en-US" smtClean="0"/>
              <a:pPr/>
              <a:t>12/4/2025</a:t>
            </a:fld>
            <a:endParaRPr lang="en-US"/>
          </a:p>
        </p:txBody>
      </p:sp>
      <p:sp>
        <p:nvSpPr>
          <p:cNvPr id="10" name="Slide Number Placeholder 9"/>
          <p:cNvSpPr>
            <a:spLocks noGrp="1"/>
          </p:cNvSpPr>
          <p:nvPr>
            <p:ph type="sldNum" sz="quarter" idx="13"/>
          </p:nvPr>
        </p:nvSpPr>
        <p:spPr/>
        <p:txBody>
          <a:bodyPr/>
          <a:lstStyle/>
          <a:p>
            <a:r>
              <a:rPr lang="en-US">
                <a:solidFill>
                  <a:schemeClr val="tx1">
                    <a:lumMod val="50000"/>
                    <a:lumOff val="50000"/>
                  </a:schemeClr>
                </a:solidFill>
                <a:latin typeface="Avenir Next" charset="0"/>
                <a:ea typeface="Avenir Next" charset="0"/>
                <a:cs typeface="Avenir Next" charset="0"/>
              </a:rPr>
              <a:t>Title of document here</a:t>
            </a:r>
            <a:endParaRPr lang="en-US" dirty="0">
              <a:solidFill>
                <a:schemeClr val="tx1">
                  <a:lumMod val="50000"/>
                  <a:lumOff val="50000"/>
                </a:schemeClr>
              </a:solidFill>
              <a:latin typeface="Avenir Next" charset="0"/>
              <a:ea typeface="Avenir Next" charset="0"/>
              <a:cs typeface="Avenir Next" charset="0"/>
            </a:endParaRPr>
          </a:p>
        </p:txBody>
      </p:sp>
    </p:spTree>
    <p:extLst>
      <p:ext uri="{BB962C8B-B14F-4D97-AF65-F5344CB8AC3E}">
        <p14:creationId xmlns:p14="http://schemas.microsoft.com/office/powerpoint/2010/main" val="412047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Rectangle 3"/>
          <p:cNvSpPr/>
          <p:nvPr userDrawn="1"/>
        </p:nvSpPr>
        <p:spPr>
          <a:xfrm>
            <a:off x="0" y="0"/>
            <a:ext cx="12192000" cy="5964873"/>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userDrawn="1"/>
        </p:nvSpPr>
        <p:spPr>
          <a:xfrm>
            <a:off x="4885769" y="2514226"/>
            <a:ext cx="2262158" cy="369332"/>
          </a:xfrm>
          <a:prstGeom prst="rect">
            <a:avLst/>
          </a:prstGeom>
          <a:noFill/>
        </p:spPr>
        <p:txBody>
          <a:bodyPr wrap="none" rtlCol="0">
            <a:spAutoFit/>
          </a:bodyPr>
          <a:lstStyle/>
          <a:p>
            <a:r>
              <a:rPr lang="en-US" dirty="0">
                <a:latin typeface="Myriad Pro"/>
                <a:cs typeface="Myriad Pro"/>
              </a:rPr>
              <a:t>IMAGE SIZE EXAMPLE</a:t>
            </a:r>
          </a:p>
        </p:txBody>
      </p:sp>
      <p:sp>
        <p:nvSpPr>
          <p:cNvPr id="6" name="Date Placeholder 5"/>
          <p:cNvSpPr>
            <a:spLocks noGrp="1"/>
          </p:cNvSpPr>
          <p:nvPr>
            <p:ph type="dt" sz="half" idx="11"/>
          </p:nvPr>
        </p:nvSpPr>
        <p:spPr/>
        <p:txBody>
          <a:bodyPr/>
          <a:lstStyle/>
          <a:p>
            <a:fld id="{F34D29D8-FFB6-F340-895A-2A1396DD2763}" type="datetimeFigureOut">
              <a:rPr lang="en-US" smtClean="0"/>
              <a:pPr/>
              <a:t>12/4/2025</a:t>
            </a:fld>
            <a:endParaRPr lang="en-US"/>
          </a:p>
        </p:txBody>
      </p:sp>
      <p:sp>
        <p:nvSpPr>
          <p:cNvPr id="7" name="Slide Number Placeholder 6"/>
          <p:cNvSpPr>
            <a:spLocks noGrp="1"/>
          </p:cNvSpPr>
          <p:nvPr>
            <p:ph type="sldNum" sz="quarter" idx="12"/>
          </p:nvPr>
        </p:nvSpPr>
        <p:spPr/>
        <p:txBody>
          <a:bodyPr/>
          <a:lstStyle/>
          <a:p>
            <a:r>
              <a:rPr lang="en-US" dirty="0">
                <a:solidFill>
                  <a:schemeClr val="tx1">
                    <a:lumMod val="50000"/>
                    <a:lumOff val="50000"/>
                  </a:schemeClr>
                </a:solidFill>
                <a:latin typeface="Avenir Next" charset="0"/>
                <a:ea typeface="Avenir Next" charset="0"/>
                <a:cs typeface="Avenir Next" charset="0"/>
              </a:rPr>
              <a:t>Title of document here</a:t>
            </a:r>
          </a:p>
        </p:txBody>
      </p:sp>
    </p:spTree>
    <p:extLst>
      <p:ext uri="{BB962C8B-B14F-4D97-AF65-F5344CB8AC3E}">
        <p14:creationId xmlns:p14="http://schemas.microsoft.com/office/powerpoint/2010/main" val="404148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3"/>
          <p:cNvSpPr/>
          <p:nvPr userDrawn="1"/>
        </p:nvSpPr>
        <p:spPr>
          <a:xfrm>
            <a:off x="0" y="0"/>
            <a:ext cx="6093595" cy="5964873"/>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userDrawn="1"/>
        </p:nvSpPr>
        <p:spPr>
          <a:xfrm>
            <a:off x="1460529" y="2514226"/>
            <a:ext cx="3392771" cy="369332"/>
          </a:xfrm>
          <a:prstGeom prst="rect">
            <a:avLst/>
          </a:prstGeom>
          <a:noFill/>
        </p:spPr>
        <p:txBody>
          <a:bodyPr wrap="none" rtlCol="0">
            <a:spAutoFit/>
          </a:bodyPr>
          <a:lstStyle/>
          <a:p>
            <a:r>
              <a:rPr lang="en-US" dirty="0">
                <a:latin typeface="Myriad Pro"/>
                <a:cs typeface="Myriad Pro"/>
              </a:rPr>
              <a:t>HALF PAGE IMAGE SIZE EXAMPLE</a:t>
            </a:r>
          </a:p>
        </p:txBody>
      </p:sp>
      <p:sp>
        <p:nvSpPr>
          <p:cNvPr id="6" name="Title 1"/>
          <p:cNvSpPr>
            <a:spLocks noGrp="1"/>
          </p:cNvSpPr>
          <p:nvPr>
            <p:ph type="ctrTitle"/>
          </p:nvPr>
        </p:nvSpPr>
        <p:spPr>
          <a:xfrm>
            <a:off x="6289366" y="1282156"/>
            <a:ext cx="5139795" cy="729586"/>
          </a:xfrm>
        </p:spPr>
        <p:txBody>
          <a:bodyPr>
            <a:normAutofit fontScale="90000"/>
          </a:bodyPr>
          <a:lstStyle/>
          <a:p>
            <a:pPr algn="l"/>
            <a:r>
              <a:rPr lang="en-US" sz="4000" dirty="0">
                <a:latin typeface="Myriad Pro"/>
                <a:cs typeface="Myriad Pro"/>
              </a:rPr>
              <a:t>Headlines in lower case</a:t>
            </a:r>
          </a:p>
        </p:txBody>
      </p:sp>
      <p:sp>
        <p:nvSpPr>
          <p:cNvPr id="7" name="Subtitle 2"/>
          <p:cNvSpPr>
            <a:spLocks noGrp="1"/>
          </p:cNvSpPr>
          <p:nvPr>
            <p:ph type="subTitle" idx="1"/>
          </p:nvPr>
        </p:nvSpPr>
        <p:spPr>
          <a:xfrm>
            <a:off x="6289366" y="2292510"/>
            <a:ext cx="8646289" cy="3504817"/>
          </a:xfrm>
        </p:spPr>
        <p:txBody>
          <a:bodyPr>
            <a:normAutofit/>
          </a:bodyPr>
          <a:lstStyle/>
          <a:p>
            <a:pPr marL="342900" indent="-342900" algn="l">
              <a:buClr>
                <a:srgbClr val="FFC000"/>
              </a:buClr>
              <a:buFont typeface="Arial" charset="0"/>
              <a:buChar char="•"/>
            </a:pPr>
            <a:r>
              <a:rPr lang="en-US" sz="2800" dirty="0">
                <a:latin typeface="Myriad Pro"/>
                <a:cs typeface="Myriad Pro"/>
              </a:rPr>
              <a:t>Bullets in upper and lower case</a:t>
            </a:r>
          </a:p>
          <a:p>
            <a:pPr marL="342900" indent="-342900" algn="l">
              <a:buClr>
                <a:srgbClr val="FFC000"/>
              </a:buClr>
              <a:buFont typeface="Arial" charset="0"/>
              <a:buChar char="•"/>
            </a:pPr>
            <a:r>
              <a:rPr lang="en-US" sz="2800" dirty="0">
                <a:latin typeface="Myriad Pro"/>
                <a:cs typeface="Myriad Pro"/>
              </a:rPr>
              <a:t>No more than 5 bullets on a page</a:t>
            </a:r>
          </a:p>
          <a:p>
            <a:pPr marL="342900" indent="-342900" algn="l">
              <a:buClr>
                <a:srgbClr val="FFC000"/>
              </a:buClr>
              <a:buFont typeface="Arial" charset="0"/>
              <a:buChar char="•"/>
            </a:pPr>
            <a:r>
              <a:rPr lang="en-US" sz="2800" dirty="0">
                <a:latin typeface="Myriad Pro"/>
                <a:cs typeface="Myriad Pro"/>
              </a:rPr>
              <a:t>Bullets in upper and lower in case </a:t>
            </a:r>
          </a:p>
          <a:p>
            <a:pPr marL="342900" indent="-342900" algn="l">
              <a:buClr>
                <a:srgbClr val="FFC000"/>
              </a:buClr>
              <a:buFont typeface="Arial" charset="0"/>
              <a:buChar char="•"/>
            </a:pPr>
            <a:r>
              <a:rPr lang="en-US" sz="2800" dirty="0">
                <a:latin typeface="Myriad Pro"/>
                <a:cs typeface="Myriad Pro"/>
              </a:rPr>
              <a:t>No more than 5 bullets on a page</a:t>
            </a:r>
          </a:p>
          <a:p>
            <a:pPr marL="342900" indent="-342900" algn="l">
              <a:buClr>
                <a:srgbClr val="FFC000"/>
              </a:buClr>
              <a:buFont typeface="Arial" charset="0"/>
              <a:buChar char="•"/>
            </a:pPr>
            <a:r>
              <a:rPr lang="en-US" sz="2800" dirty="0">
                <a:latin typeface="Myriad Pro"/>
                <a:cs typeface="Myriad Pro"/>
              </a:rPr>
              <a:t>Bullets in upper and lower case</a:t>
            </a:r>
          </a:p>
        </p:txBody>
      </p:sp>
      <p:sp>
        <p:nvSpPr>
          <p:cNvPr id="8" name="Date Placeholder 7"/>
          <p:cNvSpPr>
            <a:spLocks noGrp="1"/>
          </p:cNvSpPr>
          <p:nvPr>
            <p:ph type="dt" sz="half" idx="11"/>
          </p:nvPr>
        </p:nvSpPr>
        <p:spPr/>
        <p:txBody>
          <a:bodyPr/>
          <a:lstStyle/>
          <a:p>
            <a:fld id="{F34D29D8-FFB6-F340-895A-2A1396DD2763}" type="datetimeFigureOut">
              <a:rPr lang="en-US" smtClean="0"/>
              <a:pPr/>
              <a:t>12/4/2025</a:t>
            </a:fld>
            <a:endParaRPr lang="en-US"/>
          </a:p>
        </p:txBody>
      </p:sp>
      <p:sp>
        <p:nvSpPr>
          <p:cNvPr id="9" name="Slide Number Placeholder 8"/>
          <p:cNvSpPr>
            <a:spLocks noGrp="1"/>
          </p:cNvSpPr>
          <p:nvPr>
            <p:ph type="sldNum" sz="quarter" idx="12"/>
          </p:nvPr>
        </p:nvSpPr>
        <p:spPr/>
        <p:txBody>
          <a:bodyPr/>
          <a:lstStyle/>
          <a:p>
            <a:r>
              <a:rPr lang="en-US">
                <a:solidFill>
                  <a:schemeClr val="tx1">
                    <a:lumMod val="50000"/>
                    <a:lumOff val="50000"/>
                  </a:schemeClr>
                </a:solidFill>
                <a:latin typeface="Avenir Next" charset="0"/>
                <a:ea typeface="Avenir Next" charset="0"/>
                <a:cs typeface="Avenir Next" charset="0"/>
              </a:rPr>
              <a:t>Title of document here</a:t>
            </a:r>
            <a:endParaRPr lang="en-US" dirty="0">
              <a:solidFill>
                <a:schemeClr val="tx1">
                  <a:lumMod val="50000"/>
                  <a:lumOff val="50000"/>
                </a:schemeClr>
              </a:solidFill>
              <a:latin typeface="Avenir Next" charset="0"/>
              <a:ea typeface="Avenir Next" charset="0"/>
              <a:cs typeface="Avenir Next" charset="0"/>
            </a:endParaRPr>
          </a:p>
        </p:txBody>
      </p:sp>
    </p:spTree>
    <p:extLst>
      <p:ext uri="{BB962C8B-B14F-4D97-AF65-F5344CB8AC3E}">
        <p14:creationId xmlns:p14="http://schemas.microsoft.com/office/powerpoint/2010/main" val="3301548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3"/>
          <p:cNvSpPr/>
          <p:nvPr userDrawn="1"/>
        </p:nvSpPr>
        <p:spPr>
          <a:xfrm>
            <a:off x="6098405" y="0"/>
            <a:ext cx="6093595" cy="5964873"/>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userDrawn="1"/>
        </p:nvSpPr>
        <p:spPr>
          <a:xfrm>
            <a:off x="7558934" y="2514226"/>
            <a:ext cx="3392771" cy="369332"/>
          </a:xfrm>
          <a:prstGeom prst="rect">
            <a:avLst/>
          </a:prstGeom>
          <a:noFill/>
        </p:spPr>
        <p:txBody>
          <a:bodyPr wrap="none" rtlCol="0">
            <a:spAutoFit/>
          </a:bodyPr>
          <a:lstStyle/>
          <a:p>
            <a:r>
              <a:rPr lang="en-US" dirty="0">
                <a:latin typeface="Myriad Pro"/>
                <a:cs typeface="Myriad Pro"/>
              </a:rPr>
              <a:t>HALF PAGE IMAGE SIZE EXAMPLE</a:t>
            </a:r>
          </a:p>
        </p:txBody>
      </p:sp>
      <p:sp>
        <p:nvSpPr>
          <p:cNvPr id="6" name="Title 1"/>
          <p:cNvSpPr>
            <a:spLocks noGrp="1"/>
          </p:cNvSpPr>
          <p:nvPr>
            <p:ph type="ctrTitle"/>
          </p:nvPr>
        </p:nvSpPr>
        <p:spPr>
          <a:xfrm>
            <a:off x="345766" y="1282156"/>
            <a:ext cx="5139795" cy="729586"/>
          </a:xfrm>
        </p:spPr>
        <p:txBody>
          <a:bodyPr>
            <a:normAutofit fontScale="90000"/>
          </a:bodyPr>
          <a:lstStyle/>
          <a:p>
            <a:pPr algn="l"/>
            <a:r>
              <a:rPr lang="en-US" sz="4000" dirty="0">
                <a:latin typeface="Myriad Pro"/>
                <a:cs typeface="Myriad Pro"/>
              </a:rPr>
              <a:t>Headlines in lower case</a:t>
            </a:r>
          </a:p>
        </p:txBody>
      </p:sp>
      <p:sp>
        <p:nvSpPr>
          <p:cNvPr id="7" name="Subtitle 2"/>
          <p:cNvSpPr>
            <a:spLocks noGrp="1"/>
          </p:cNvSpPr>
          <p:nvPr>
            <p:ph type="subTitle" idx="1"/>
          </p:nvPr>
        </p:nvSpPr>
        <p:spPr>
          <a:xfrm>
            <a:off x="345766" y="2292510"/>
            <a:ext cx="5752639" cy="3504817"/>
          </a:xfrm>
        </p:spPr>
        <p:txBody>
          <a:bodyPr>
            <a:normAutofit/>
          </a:bodyPr>
          <a:lstStyle/>
          <a:p>
            <a:pPr marL="342900" indent="-342900" algn="l">
              <a:buClr>
                <a:srgbClr val="FFC000"/>
              </a:buClr>
              <a:buFont typeface="Arial" charset="0"/>
              <a:buChar char="•"/>
            </a:pPr>
            <a:r>
              <a:rPr lang="en-US" sz="2800" dirty="0">
                <a:latin typeface="Myriad Pro"/>
                <a:cs typeface="Myriad Pro"/>
              </a:rPr>
              <a:t>Bullets in upper and lower case</a:t>
            </a:r>
          </a:p>
          <a:p>
            <a:pPr marL="342900" indent="-342900" algn="l">
              <a:buClr>
                <a:srgbClr val="FFC000"/>
              </a:buClr>
              <a:buFont typeface="Arial" charset="0"/>
              <a:buChar char="•"/>
            </a:pPr>
            <a:r>
              <a:rPr lang="en-US" sz="2800" dirty="0">
                <a:latin typeface="Myriad Pro"/>
                <a:cs typeface="Myriad Pro"/>
              </a:rPr>
              <a:t>No more than 5 bullets on a page</a:t>
            </a:r>
          </a:p>
          <a:p>
            <a:pPr marL="342900" indent="-342900" algn="l">
              <a:buClr>
                <a:srgbClr val="FFC000"/>
              </a:buClr>
              <a:buFont typeface="Arial" charset="0"/>
              <a:buChar char="•"/>
            </a:pPr>
            <a:r>
              <a:rPr lang="en-US" sz="2800" dirty="0">
                <a:latin typeface="Myriad Pro"/>
                <a:cs typeface="Myriad Pro"/>
              </a:rPr>
              <a:t>Bullets in upper and lower in case </a:t>
            </a:r>
          </a:p>
          <a:p>
            <a:pPr marL="342900" indent="-342900" algn="l">
              <a:buClr>
                <a:srgbClr val="FFC000"/>
              </a:buClr>
              <a:buFont typeface="Arial" charset="0"/>
              <a:buChar char="•"/>
            </a:pPr>
            <a:r>
              <a:rPr lang="en-US" sz="2800" dirty="0">
                <a:latin typeface="Myriad Pro"/>
                <a:cs typeface="Myriad Pro"/>
              </a:rPr>
              <a:t>No more than 5 bullets on a page</a:t>
            </a:r>
          </a:p>
          <a:p>
            <a:pPr marL="342900" indent="-342900" algn="l">
              <a:buClr>
                <a:srgbClr val="FFC000"/>
              </a:buClr>
              <a:buFont typeface="Arial" charset="0"/>
              <a:buChar char="•"/>
            </a:pPr>
            <a:r>
              <a:rPr lang="en-US" sz="2800" dirty="0">
                <a:latin typeface="Myriad Pro"/>
                <a:cs typeface="Myriad Pro"/>
              </a:rPr>
              <a:t>Bullets in upper and lower case</a:t>
            </a:r>
          </a:p>
        </p:txBody>
      </p:sp>
      <p:sp>
        <p:nvSpPr>
          <p:cNvPr id="8" name="Date Placeholder 7"/>
          <p:cNvSpPr>
            <a:spLocks noGrp="1"/>
          </p:cNvSpPr>
          <p:nvPr>
            <p:ph type="dt" sz="half" idx="11"/>
          </p:nvPr>
        </p:nvSpPr>
        <p:spPr/>
        <p:txBody>
          <a:bodyPr/>
          <a:lstStyle/>
          <a:p>
            <a:fld id="{F34D29D8-FFB6-F340-895A-2A1396DD2763}" type="datetimeFigureOut">
              <a:rPr lang="en-US" smtClean="0"/>
              <a:pPr/>
              <a:t>12/4/2025</a:t>
            </a:fld>
            <a:endParaRPr lang="en-US"/>
          </a:p>
        </p:txBody>
      </p:sp>
      <p:sp>
        <p:nvSpPr>
          <p:cNvPr id="9" name="Slide Number Placeholder 8"/>
          <p:cNvSpPr>
            <a:spLocks noGrp="1"/>
          </p:cNvSpPr>
          <p:nvPr>
            <p:ph type="sldNum" sz="quarter" idx="12"/>
          </p:nvPr>
        </p:nvSpPr>
        <p:spPr/>
        <p:txBody>
          <a:bodyPr/>
          <a:lstStyle/>
          <a:p>
            <a:r>
              <a:rPr lang="en-US" dirty="0">
                <a:solidFill>
                  <a:schemeClr val="tx1">
                    <a:lumMod val="50000"/>
                    <a:lumOff val="50000"/>
                  </a:schemeClr>
                </a:solidFill>
                <a:latin typeface="Avenir Next" charset="0"/>
                <a:ea typeface="Avenir Next" charset="0"/>
                <a:cs typeface="Avenir Next" charset="0"/>
              </a:rPr>
              <a:t>Title of document here</a:t>
            </a:r>
          </a:p>
        </p:txBody>
      </p:sp>
    </p:spTree>
    <p:extLst>
      <p:ext uri="{BB962C8B-B14F-4D97-AF65-F5344CB8AC3E}">
        <p14:creationId xmlns:p14="http://schemas.microsoft.com/office/powerpoint/2010/main" val="2117876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z="4000" dirty="0">
                <a:latin typeface="Myriad Pro"/>
                <a:cs typeface="Myriad Pro"/>
              </a:rPr>
              <a:t>Headlines case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342900" indent="-342900" algn="l">
              <a:buClr>
                <a:srgbClr val="FFC000"/>
              </a:buClr>
              <a:buFont typeface="Arial" charset="0"/>
              <a:buChar char="•"/>
            </a:pPr>
            <a:r>
              <a:rPr lang="en-US" sz="2800" dirty="0">
                <a:latin typeface="Myriad Pro"/>
                <a:cs typeface="Myriad Pro"/>
              </a:rPr>
              <a:t>Bullets in upper and lower case</a:t>
            </a:r>
          </a:p>
          <a:p>
            <a:pPr lvl="1"/>
            <a:r>
              <a:rPr lang="en-US" dirty="0"/>
              <a:t>No more then 5 bullets on a page</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7"/>
          <a:stretch>
            <a:fillRect/>
          </a:stretch>
        </p:blipFill>
        <p:spPr>
          <a:xfrm>
            <a:off x="664028" y="6346057"/>
            <a:ext cx="2833490" cy="161765"/>
          </a:xfrm>
          <a:prstGeom prst="rect">
            <a:avLst/>
          </a:prstGeom>
        </p:spPr>
      </p:pic>
      <p:sp>
        <p:nvSpPr>
          <p:cNvPr id="11" name="Date Placeholder 10"/>
          <p:cNvSpPr>
            <a:spLocks noGrp="1"/>
          </p:cNvSpPr>
          <p:nvPr>
            <p:ph type="dt" sz="half" idx="2"/>
          </p:nvPr>
        </p:nvSpPr>
        <p:spPr>
          <a:xfrm>
            <a:off x="4667577" y="6253141"/>
            <a:ext cx="2844800" cy="365125"/>
          </a:xfrm>
          <a:prstGeom prst="rect">
            <a:avLst/>
          </a:prstGeom>
        </p:spPr>
        <p:txBody>
          <a:bodyPr vert="horz" lIns="91440" tIns="45720" rIns="91440" bIns="45720" rtlCol="0" anchor="ctr"/>
          <a:lstStyle>
            <a:lvl1pPr algn="ctr">
              <a:defRPr sz="1800">
                <a:solidFill>
                  <a:schemeClr val="tx1">
                    <a:tint val="75000"/>
                  </a:schemeClr>
                </a:solidFill>
                <a:latin typeface="Avenir Next Regular"/>
                <a:cs typeface="Avenir Next Regular"/>
              </a:defRPr>
            </a:lvl1pPr>
          </a:lstStyle>
          <a:p>
            <a:fld id="{F34D29D8-FFB6-F340-895A-2A1396DD2763}" type="datetimeFigureOut">
              <a:rPr lang="en-US" smtClean="0"/>
              <a:pPr/>
              <a:t>12/4/2025</a:t>
            </a:fld>
            <a:endParaRPr lang="en-US"/>
          </a:p>
        </p:txBody>
      </p:sp>
      <p:sp>
        <p:nvSpPr>
          <p:cNvPr id="12" name="Slide Number Placeholder 5"/>
          <p:cNvSpPr>
            <a:spLocks noGrp="1"/>
          </p:cNvSpPr>
          <p:nvPr>
            <p:ph type="sldNum" sz="quarter" idx="4"/>
          </p:nvPr>
        </p:nvSpPr>
        <p:spPr>
          <a:xfrm>
            <a:off x="8431136" y="6253141"/>
            <a:ext cx="2743200" cy="365125"/>
          </a:xfrm>
          <a:prstGeom prst="rect">
            <a:avLst/>
          </a:prstGeom>
        </p:spPr>
        <p:txBody>
          <a:bodyPr/>
          <a:lstStyle>
            <a:lvl1pPr algn="r">
              <a:defRPr/>
            </a:lvl1pPr>
          </a:lstStyle>
          <a:p>
            <a:r>
              <a:rPr lang="en-US" dirty="0">
                <a:solidFill>
                  <a:schemeClr val="tx1">
                    <a:lumMod val="50000"/>
                    <a:lumOff val="50000"/>
                  </a:schemeClr>
                </a:solidFill>
                <a:latin typeface="Avenir Next" charset="0"/>
                <a:ea typeface="Avenir Next" charset="0"/>
                <a:cs typeface="Avenir Next" charset="0"/>
              </a:rPr>
              <a:t>Title of document here</a:t>
            </a:r>
          </a:p>
        </p:txBody>
      </p:sp>
      <p:pic>
        <p:nvPicPr>
          <p:cNvPr id="4" name="Picture 3" descr="HuskyIcon_TwoColor.png"/>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1234322" y="6238832"/>
            <a:ext cx="337770" cy="417948"/>
          </a:xfrm>
          <a:prstGeom prst="rect">
            <a:avLst/>
          </a:prstGeom>
        </p:spPr>
      </p:pic>
    </p:spTree>
    <p:extLst>
      <p:ext uri="{BB962C8B-B14F-4D97-AF65-F5344CB8AC3E}">
        <p14:creationId xmlns:p14="http://schemas.microsoft.com/office/powerpoint/2010/main" val="34714927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b="1" kern="1200">
          <a:solidFill>
            <a:schemeClr val="tx1"/>
          </a:solidFill>
          <a:latin typeface="Myriad Pro"/>
          <a:ea typeface="+mj-ea"/>
          <a:cs typeface="Myriad Pro"/>
        </a:defRPr>
      </a:lvl1pPr>
    </p:titleStyle>
    <p:bodyStyle>
      <a:lvl1pPr marL="342900" indent="-342900" algn="l" defTabSz="914400" rtl="0" eaLnBrk="1" latinLnBrk="0" hangingPunct="1">
        <a:lnSpc>
          <a:spcPct val="90000"/>
        </a:lnSpc>
        <a:spcBef>
          <a:spcPts val="1000"/>
        </a:spcBef>
        <a:buClr>
          <a:srgbClr val="FFC000"/>
        </a:buClr>
        <a:buFont typeface="Arial" charset="0"/>
        <a:buChar char="•"/>
        <a:defRPr sz="2800" kern="1200">
          <a:solidFill>
            <a:schemeClr val="tx1"/>
          </a:solidFill>
          <a:latin typeface="Myriad Pro"/>
          <a:ea typeface="+mn-ea"/>
          <a:cs typeface="Myriad Pro"/>
        </a:defRPr>
      </a:lvl1pPr>
      <a:lvl2pPr marL="685800" indent="-228600" algn="l" defTabSz="914400" rtl="0" eaLnBrk="1" latinLnBrk="0" hangingPunct="1">
        <a:lnSpc>
          <a:spcPct val="90000"/>
        </a:lnSpc>
        <a:spcBef>
          <a:spcPts val="500"/>
        </a:spcBef>
        <a:buClr>
          <a:srgbClr val="FFC000"/>
        </a:buClr>
        <a:buFont typeface="Arial"/>
        <a:buChar char="•"/>
        <a:defRPr sz="2400" kern="1200">
          <a:solidFill>
            <a:schemeClr val="tx1"/>
          </a:solidFill>
          <a:latin typeface="Myriad Pro"/>
          <a:ea typeface="+mn-ea"/>
          <a:cs typeface="Myriad Pro"/>
        </a:defRPr>
      </a:lvl2pPr>
      <a:lvl3pPr marL="1143000" indent="-228600" algn="l" defTabSz="914400" rtl="0" eaLnBrk="1" latinLnBrk="0" hangingPunct="1">
        <a:lnSpc>
          <a:spcPct val="90000"/>
        </a:lnSpc>
        <a:spcBef>
          <a:spcPts val="500"/>
        </a:spcBef>
        <a:buClr>
          <a:srgbClr val="FFC000"/>
        </a:buClr>
        <a:buFont typeface="Arial"/>
        <a:buChar char="•"/>
        <a:defRPr sz="2000" kern="1200">
          <a:solidFill>
            <a:schemeClr val="tx1"/>
          </a:solidFill>
          <a:latin typeface="Myriad Pro"/>
          <a:ea typeface="+mn-ea"/>
          <a:cs typeface="Myriad Pro"/>
        </a:defRPr>
      </a:lvl3pPr>
      <a:lvl4pPr marL="1600200" indent="-228600" algn="l" defTabSz="914400" rtl="0" eaLnBrk="1" latinLnBrk="0" hangingPunct="1">
        <a:lnSpc>
          <a:spcPct val="90000"/>
        </a:lnSpc>
        <a:spcBef>
          <a:spcPts val="500"/>
        </a:spcBef>
        <a:buClr>
          <a:srgbClr val="FFC000"/>
        </a:buClr>
        <a:buFont typeface="Arial"/>
        <a:buChar char="•"/>
        <a:defRPr sz="1800" kern="1200">
          <a:solidFill>
            <a:schemeClr val="tx1"/>
          </a:solidFill>
          <a:latin typeface="Myriad Pro"/>
          <a:ea typeface="+mn-ea"/>
          <a:cs typeface="Myriad Pro"/>
        </a:defRPr>
      </a:lvl4pPr>
      <a:lvl5pPr marL="2057400" indent="-228600" algn="l" defTabSz="914400" rtl="0" eaLnBrk="1" latinLnBrk="0" hangingPunct="1">
        <a:lnSpc>
          <a:spcPct val="90000"/>
        </a:lnSpc>
        <a:spcBef>
          <a:spcPts val="500"/>
        </a:spcBef>
        <a:buClr>
          <a:srgbClr val="FFC000"/>
        </a:buClr>
        <a:buFont typeface="Arial"/>
        <a:buChar char="•"/>
        <a:defRPr sz="180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Ad7Ig-7O4Ho&amp;list=PLn2Emh1gCdkL32tV8LDK1mp1UNeMWCW56" TargetMode="External"/><Relationship Id="rId2" Type="http://schemas.openxmlformats.org/officeDocument/2006/relationships/hyperlink" Target="https://www.youtube.com/watch?v=3i9Ryq-m1HA"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a:extLst>
              <a:ext uri="{FF2B5EF4-FFF2-40B4-BE49-F238E27FC236}">
                <a16:creationId xmlns:a16="http://schemas.microsoft.com/office/drawing/2014/main" id="{1E10121F-370C-05EF-9AC0-0BFF86D907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268" r="5879"/>
          <a:stretch>
            <a:fillRect/>
          </a:stretch>
        </p:blipFill>
        <p:spPr bwMode="auto">
          <a:xfrm>
            <a:off x="1223402" y="2470585"/>
            <a:ext cx="9745196" cy="35496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331434" y="-356008"/>
            <a:ext cx="9144000" cy="2387600"/>
          </a:xfrm>
        </p:spPr>
        <p:txBody>
          <a:bodyPr/>
          <a:lstStyle/>
          <a:p>
            <a:r>
              <a:rPr lang="en-US" dirty="0">
                <a:latin typeface="Myriad Pro"/>
                <a:cs typeface="Myriad Pro"/>
              </a:rPr>
              <a:t>Flow over a 2-D 2412 Airfoil</a:t>
            </a:r>
          </a:p>
        </p:txBody>
      </p:sp>
      <p:sp>
        <p:nvSpPr>
          <p:cNvPr id="3" name="Subtitle 2"/>
          <p:cNvSpPr>
            <a:spLocks noGrp="1"/>
          </p:cNvSpPr>
          <p:nvPr>
            <p:ph type="subTitle" idx="4294967295"/>
          </p:nvPr>
        </p:nvSpPr>
        <p:spPr>
          <a:xfrm>
            <a:off x="1331434" y="2031592"/>
            <a:ext cx="9144000" cy="1655762"/>
          </a:xfrm>
        </p:spPr>
        <p:txBody>
          <a:bodyPr>
            <a:normAutofit/>
          </a:bodyPr>
          <a:lstStyle/>
          <a:p>
            <a:pPr marL="0" indent="0" algn="ctr">
              <a:buNone/>
            </a:pPr>
            <a:r>
              <a:rPr lang="en-US" sz="2400" dirty="0">
                <a:latin typeface="Myriad Pro"/>
                <a:cs typeface="Myriad Pro"/>
              </a:rPr>
              <a:t>Gerardo Sandoval</a:t>
            </a:r>
          </a:p>
        </p:txBody>
      </p:sp>
      <p:sp>
        <p:nvSpPr>
          <p:cNvPr id="7" name="Slide Number Placeholder 5"/>
          <p:cNvSpPr>
            <a:spLocks noGrp="1"/>
          </p:cNvSpPr>
          <p:nvPr>
            <p:ph type="sldNum" sz="quarter" idx="13"/>
          </p:nvPr>
        </p:nvSpPr>
        <p:spPr>
          <a:xfrm>
            <a:off x="8276252" y="6244378"/>
            <a:ext cx="2743200" cy="365125"/>
          </a:xfr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rPr>
              <a:t>CFD Project ME 5210</a:t>
            </a:r>
          </a:p>
        </p:txBody>
      </p:sp>
      <p:sp>
        <p:nvSpPr>
          <p:cNvPr id="8" name="Date Placeholder 3"/>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6" name="AutoShape 4" descr="Computational Fluid Dynamics – MyCAE Technologies">
            <a:extLst>
              <a:ext uri="{FF2B5EF4-FFF2-40B4-BE49-F238E27FC236}">
                <a16:creationId xmlns:a16="http://schemas.microsoft.com/office/drawing/2014/main" id="{B727C5BB-5E63-4DBF-75D9-E402510C66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78FBDF6D-9EAA-BEF5-7C98-5C53675704C0}"/>
              </a:ext>
            </a:extLst>
          </p:cNvPr>
          <p:cNvSpPr txBox="1"/>
          <p:nvPr/>
        </p:nvSpPr>
        <p:spPr>
          <a:xfrm>
            <a:off x="6573574" y="5373877"/>
            <a:ext cx="4445878" cy="646331"/>
          </a:xfrm>
          <a:prstGeom prst="rect">
            <a:avLst/>
          </a:prstGeom>
          <a:noFill/>
        </p:spPr>
        <p:txBody>
          <a:bodyPr wrap="square" rtlCol="0">
            <a:spAutoFit/>
          </a:bodyPr>
          <a:lstStyle/>
          <a:p>
            <a:r>
              <a:rPr lang="en-US" b="1" dirty="0"/>
              <a:t>CFD simulation at Mach 1.5 and 16° AOA using turbulence modeling in ANSYS Fluent</a:t>
            </a:r>
          </a:p>
        </p:txBody>
      </p:sp>
    </p:spTree>
    <p:extLst>
      <p:ext uri="{BB962C8B-B14F-4D97-AF65-F5344CB8AC3E}">
        <p14:creationId xmlns:p14="http://schemas.microsoft.com/office/powerpoint/2010/main" val="323999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5816" y="613077"/>
            <a:ext cx="10224305" cy="729586"/>
          </a:xfrm>
        </p:spPr>
        <p:txBody>
          <a:bodyPr>
            <a:normAutofit/>
          </a:bodyPr>
          <a:lstStyle/>
          <a:p>
            <a:pPr algn="l"/>
            <a:r>
              <a:rPr lang="en-US" sz="4000" dirty="0">
                <a:latin typeface="Myriad Pro"/>
                <a:cs typeface="Myriad Pro"/>
              </a:rPr>
              <a:t>Overview of Presentation</a:t>
            </a:r>
          </a:p>
        </p:txBody>
      </p:sp>
      <p:sp>
        <p:nvSpPr>
          <p:cNvPr id="3" name="Subtitle 2"/>
          <p:cNvSpPr>
            <a:spLocks noGrp="1"/>
          </p:cNvSpPr>
          <p:nvPr>
            <p:ph type="subTitle" idx="4294967295"/>
          </p:nvPr>
        </p:nvSpPr>
        <p:spPr>
          <a:xfrm>
            <a:off x="1666754" y="1750088"/>
            <a:ext cx="8646289" cy="3504817"/>
          </a:xfrm>
        </p:spPr>
        <p:txBody>
          <a:bodyPr>
            <a:normAutofit/>
          </a:bodyPr>
          <a:lstStyle/>
          <a:p>
            <a:pPr marL="342900" indent="-342900" algn="l">
              <a:buClr>
                <a:schemeClr val="tx1"/>
              </a:buClr>
              <a:buFont typeface="Arial" charset="0"/>
              <a:buChar char="•"/>
            </a:pPr>
            <a:r>
              <a:rPr lang="en-US" sz="3200" dirty="0">
                <a:latin typeface="Myriad Pro"/>
                <a:cs typeface="Myriad Pro"/>
              </a:rPr>
              <a:t>Project Background</a:t>
            </a:r>
          </a:p>
          <a:p>
            <a:pPr marL="342900" indent="-342900" algn="l">
              <a:buClr>
                <a:schemeClr val="tx1"/>
              </a:buClr>
              <a:buFont typeface="Arial" charset="0"/>
              <a:buChar char="•"/>
            </a:pPr>
            <a:r>
              <a:rPr lang="en-US" sz="3200" dirty="0">
                <a:latin typeface="Myriad Pro"/>
                <a:cs typeface="Myriad Pro"/>
              </a:rPr>
              <a:t>Methods </a:t>
            </a:r>
          </a:p>
          <a:p>
            <a:pPr marL="342900" indent="-342900" algn="l">
              <a:buClr>
                <a:schemeClr val="tx1"/>
              </a:buClr>
              <a:buFont typeface="Arial" charset="0"/>
              <a:buChar char="•"/>
            </a:pPr>
            <a:r>
              <a:rPr lang="en-US" sz="3200" dirty="0">
                <a:latin typeface="Myriad Pro"/>
                <a:cs typeface="Myriad Pro"/>
              </a:rPr>
              <a:t>Figures</a:t>
            </a:r>
          </a:p>
          <a:p>
            <a:pPr marL="342900" indent="-342900" algn="l">
              <a:buClr>
                <a:schemeClr val="tx1"/>
              </a:buClr>
              <a:buFont typeface="Arial" charset="0"/>
              <a:buChar char="•"/>
            </a:pPr>
            <a:r>
              <a:rPr lang="en-US" sz="3200" dirty="0"/>
              <a:t>Validation and Verification</a:t>
            </a:r>
            <a:endParaRPr lang="en-US" sz="3200" dirty="0">
              <a:latin typeface="Myriad Pro"/>
              <a:cs typeface="Myriad Pro"/>
            </a:endParaRPr>
          </a:p>
          <a:p>
            <a:pPr marL="342900" indent="-342900" algn="l">
              <a:buClr>
                <a:schemeClr val="tx1"/>
              </a:buClr>
              <a:buFont typeface="Arial" charset="0"/>
              <a:buChar char="•"/>
            </a:pPr>
            <a:r>
              <a:rPr lang="en-US" sz="3200" dirty="0">
                <a:latin typeface="Myriad Pro"/>
                <a:cs typeface="Myriad Pro"/>
              </a:rPr>
              <a:t>Key Results</a:t>
            </a:r>
            <a:r>
              <a:rPr lang="en-US" sz="3200" dirty="0"/>
              <a:t> and </a:t>
            </a:r>
            <a:r>
              <a:rPr lang="en-US" sz="3200" dirty="0">
                <a:latin typeface="Myriad Pro"/>
                <a:cs typeface="Myriad Pro"/>
              </a:rPr>
              <a:t>Conclusion</a:t>
            </a:r>
          </a:p>
          <a:p>
            <a:pPr marL="342900" indent="-342900" algn="l">
              <a:buClr>
                <a:schemeClr val="tx1"/>
              </a:buClr>
              <a:buFont typeface="Arial" charset="0"/>
              <a:buChar char="•"/>
            </a:pPr>
            <a:r>
              <a:rPr lang="en-US" sz="3200" dirty="0"/>
              <a:t>References and Appendix</a:t>
            </a:r>
            <a:endParaRPr lang="en-US" sz="3200" dirty="0">
              <a:latin typeface="Myriad Pro"/>
              <a:cs typeface="Myriad Pro"/>
            </a:endParaRPr>
          </a:p>
        </p:txBody>
      </p:sp>
      <p:sp>
        <p:nvSpPr>
          <p:cNvPr id="6" name="Slide Number Placeholder 5"/>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Tree>
    <p:extLst>
      <p:ext uri="{BB962C8B-B14F-4D97-AF65-F5344CB8AC3E}">
        <p14:creationId xmlns:p14="http://schemas.microsoft.com/office/powerpoint/2010/main" val="1440911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p:cNvSpPr>
            <a:spLocks noGrp="1"/>
          </p:cNvSpPr>
          <p:nvPr>
            <p:ph type="dt" sz="half" idx="10"/>
          </p:nvPr>
        </p:nvSpPr>
        <p:spPr>
          <a:xfrm>
            <a:off x="4559643" y="6244377"/>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p:cNvSpPr>
            <a:spLocks noGrp="1"/>
          </p:cNvSpPr>
          <p:nvPr>
            <p:ph type="ctrTitle"/>
          </p:nvPr>
        </p:nvSpPr>
        <p:spPr>
          <a:xfrm>
            <a:off x="345766" y="818606"/>
            <a:ext cx="5585477" cy="1193136"/>
          </a:xfrm>
        </p:spPr>
        <p:txBody>
          <a:bodyPr>
            <a:normAutofit/>
          </a:bodyPr>
          <a:lstStyle/>
          <a:p>
            <a:pPr algn="l"/>
            <a:r>
              <a:rPr lang="en-US" sz="4000" dirty="0">
                <a:latin typeface="Myriad Pro"/>
                <a:cs typeface="Myriad Pro"/>
              </a:rPr>
              <a:t>Project Background</a:t>
            </a:r>
          </a:p>
        </p:txBody>
      </p:sp>
      <p:sp>
        <p:nvSpPr>
          <p:cNvPr id="11" name="Subtitle 2"/>
          <p:cNvSpPr>
            <a:spLocks noGrp="1"/>
          </p:cNvSpPr>
          <p:nvPr>
            <p:ph type="subTitle" idx="4294967295"/>
          </p:nvPr>
        </p:nvSpPr>
        <p:spPr>
          <a:xfrm>
            <a:off x="345767" y="2292510"/>
            <a:ext cx="5367056" cy="3504817"/>
          </a:xfrm>
        </p:spPr>
        <p:txBody>
          <a:bodyPr>
            <a:normAutofit fontScale="85000" lnSpcReduction="10000"/>
          </a:bodyPr>
          <a:lstStyle/>
          <a:p>
            <a:pPr marL="342900" indent="-342900" algn="l">
              <a:buClr>
                <a:schemeClr val="tx1"/>
              </a:buClr>
              <a:buFont typeface="Arial" charset="0"/>
              <a:buChar char="•"/>
            </a:pPr>
            <a:r>
              <a:rPr lang="en-US" sz="2800" dirty="0">
                <a:latin typeface="Myriad Pro"/>
                <a:cs typeface="Myriad Pro"/>
              </a:rPr>
              <a:t>Goal – Lift and Drag Coefficients and Flow Contours </a:t>
            </a:r>
          </a:p>
          <a:p>
            <a:pPr marL="342900" indent="-342900" algn="l">
              <a:buClr>
                <a:schemeClr val="tx1"/>
              </a:buClr>
              <a:buFont typeface="Arial" charset="0"/>
              <a:buChar char="•"/>
            </a:pPr>
            <a:r>
              <a:rPr lang="en-US" dirty="0"/>
              <a:t>2-D Flow over Airfoil is simple.</a:t>
            </a:r>
          </a:p>
          <a:p>
            <a:pPr marL="342900" indent="-342900" algn="l">
              <a:buClr>
                <a:schemeClr val="tx1"/>
              </a:buClr>
              <a:buFont typeface="Arial" charset="0"/>
              <a:buChar char="•"/>
            </a:pPr>
            <a:r>
              <a:rPr lang="en-US" dirty="0"/>
              <a:t>Mach speeds of 0.13, 1.0, and 1.5.</a:t>
            </a:r>
            <a:endParaRPr lang="en-US" sz="2800" dirty="0">
              <a:latin typeface="Myriad Pro"/>
              <a:cs typeface="Myriad Pro"/>
            </a:endParaRPr>
          </a:p>
          <a:p>
            <a:pPr marL="342900" indent="-342900" algn="l">
              <a:buClr>
                <a:schemeClr val="tx1"/>
              </a:buClr>
              <a:buFont typeface="Arial" charset="0"/>
              <a:buChar char="•"/>
            </a:pPr>
            <a:r>
              <a:rPr lang="en-US" dirty="0"/>
              <a:t>Ansys Fluent Results are compared to NASA experimental data. </a:t>
            </a:r>
          </a:p>
          <a:p>
            <a:pPr marL="342900" indent="-342900" algn="l">
              <a:buClr>
                <a:schemeClr val="tx1"/>
              </a:buClr>
              <a:buFont typeface="Arial" charset="0"/>
              <a:buChar char="•"/>
            </a:pPr>
            <a:r>
              <a:rPr lang="en-US" sz="2800" dirty="0">
                <a:latin typeface="Myriad Pro"/>
                <a:cs typeface="Myriad Pro"/>
              </a:rPr>
              <a:t>At Mach 1.0 and 1.5, density-based solver is used to capture turbulence. </a:t>
            </a:r>
          </a:p>
        </p:txBody>
      </p:sp>
      <p:pic>
        <p:nvPicPr>
          <p:cNvPr id="4" name="Picture 3" descr="A blue and green screen&#10;&#10;AI-generated content may be incorrect.">
            <a:extLst>
              <a:ext uri="{FF2B5EF4-FFF2-40B4-BE49-F238E27FC236}">
                <a16:creationId xmlns:a16="http://schemas.microsoft.com/office/drawing/2014/main" id="{7CF35D5B-CC3A-8160-A9BA-65ACAA6A8F97}"/>
              </a:ext>
            </a:extLst>
          </p:cNvPr>
          <p:cNvPicPr>
            <a:picLocks noChangeAspect="1"/>
          </p:cNvPicPr>
          <p:nvPr/>
        </p:nvPicPr>
        <p:blipFill>
          <a:blip r:embed="rId3"/>
          <a:srcRect l="15488" t="9173"/>
          <a:stretch>
            <a:fillRect/>
          </a:stretch>
        </p:blipFill>
        <p:spPr>
          <a:xfrm>
            <a:off x="5844158" y="1063954"/>
            <a:ext cx="8627065" cy="4960179"/>
          </a:xfrm>
          <a:prstGeom prst="rect">
            <a:avLst/>
          </a:prstGeom>
        </p:spPr>
      </p:pic>
      <p:sp>
        <p:nvSpPr>
          <p:cNvPr id="5" name="TextBox 4">
            <a:extLst>
              <a:ext uri="{FF2B5EF4-FFF2-40B4-BE49-F238E27FC236}">
                <a16:creationId xmlns:a16="http://schemas.microsoft.com/office/drawing/2014/main" id="{389BF164-5677-816C-CE57-15AA685EAE72}"/>
              </a:ext>
            </a:extLst>
          </p:cNvPr>
          <p:cNvSpPr txBox="1"/>
          <p:nvPr/>
        </p:nvSpPr>
        <p:spPr>
          <a:xfrm>
            <a:off x="5844158" y="385318"/>
            <a:ext cx="4783582" cy="646331"/>
          </a:xfrm>
          <a:prstGeom prst="rect">
            <a:avLst/>
          </a:prstGeom>
          <a:noFill/>
        </p:spPr>
        <p:txBody>
          <a:bodyPr wrap="square" rtlCol="0">
            <a:spAutoFit/>
          </a:bodyPr>
          <a:lstStyle/>
          <a:p>
            <a:r>
              <a:rPr lang="en-US" b="1" dirty="0"/>
              <a:t>Figure 1. </a:t>
            </a:r>
            <a:r>
              <a:rPr lang="en-US" dirty="0"/>
              <a:t>Geometry of the Airfoil and the Fluid Domain in Ansys Design Modeler. </a:t>
            </a:r>
          </a:p>
        </p:txBody>
      </p:sp>
    </p:spTree>
    <p:extLst>
      <p:ext uri="{BB962C8B-B14F-4D97-AF65-F5344CB8AC3E}">
        <p14:creationId xmlns:p14="http://schemas.microsoft.com/office/powerpoint/2010/main" val="148718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3"/>
          </p:nvPr>
        </p:nvSpPr>
        <p:spPr>
          <a:xfrm>
            <a:off x="8276252" y="6244378"/>
            <a:ext cx="2743200" cy="365125"/>
          </a:xfr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prstClr val="black">
                    <a:lumMod val="50000"/>
                    <a:lumOff val="50000"/>
                  </a:prstClr>
                </a:solidFill>
                <a:latin typeface="Avenir Next" charset="0"/>
                <a:ea typeface="Avenir Next" charset="0"/>
                <a:cs typeface="Avenir Next" charset="0"/>
              </a:rPr>
              <a:t>Flow over a 2D 2412 Airfoil</a:t>
            </a:r>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7" name="Date Placeholder 3"/>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p:cNvSpPr>
            <a:spLocks noGrp="1"/>
          </p:cNvSpPr>
          <p:nvPr>
            <p:ph type="ctrTitle"/>
          </p:nvPr>
        </p:nvSpPr>
        <p:spPr>
          <a:xfrm>
            <a:off x="6289365" y="923109"/>
            <a:ext cx="5783185" cy="1088633"/>
          </a:xfrm>
        </p:spPr>
        <p:txBody>
          <a:bodyPr>
            <a:normAutofit fontScale="90000"/>
          </a:bodyPr>
          <a:lstStyle/>
          <a:p>
            <a:r>
              <a:rPr lang="en-US" sz="4000" dirty="0">
                <a:latin typeface="Myriad Pro"/>
                <a:cs typeface="Myriad Pro"/>
              </a:rPr>
              <a:t>Methods - Ansys Workbench</a:t>
            </a:r>
          </a:p>
        </p:txBody>
      </p:sp>
      <p:sp>
        <p:nvSpPr>
          <p:cNvPr id="11" name="Subtitle 2"/>
          <p:cNvSpPr>
            <a:spLocks noGrp="1"/>
          </p:cNvSpPr>
          <p:nvPr>
            <p:ph type="subTitle" idx="4294967295"/>
          </p:nvPr>
        </p:nvSpPr>
        <p:spPr>
          <a:xfrm>
            <a:off x="6289367" y="2292510"/>
            <a:ext cx="5783184" cy="3759947"/>
          </a:xfrm>
        </p:spPr>
        <p:txBody>
          <a:bodyPr>
            <a:normAutofit fontScale="92500" lnSpcReduction="20000"/>
          </a:bodyPr>
          <a:lstStyle/>
          <a:p>
            <a:pPr marL="342900" indent="-342900" algn="l">
              <a:buClr>
                <a:schemeClr val="tx1"/>
              </a:buClr>
              <a:buFont typeface="Arial" charset="0"/>
              <a:buChar char="•"/>
            </a:pPr>
            <a:r>
              <a:rPr lang="en-US" sz="2800" dirty="0">
                <a:latin typeface="Myriad Pro"/>
                <a:cs typeface="Myriad Pro"/>
              </a:rPr>
              <a:t>Created 2-D Airfoil Geometry with Excel and coordinate data. </a:t>
            </a:r>
          </a:p>
          <a:p>
            <a:pPr marL="342900" indent="-342900" algn="l">
              <a:buClr>
                <a:schemeClr val="tx1"/>
              </a:buClr>
              <a:buFont typeface="Arial" charset="0"/>
              <a:buChar char="•"/>
            </a:pPr>
            <a:r>
              <a:rPr lang="en-US" sz="2800" dirty="0">
                <a:latin typeface="Myriad Pro"/>
                <a:cs typeface="Myriad Pro"/>
              </a:rPr>
              <a:t>Generated Mesh </a:t>
            </a:r>
            <a:r>
              <a:rPr lang="en-US" dirty="0"/>
              <a:t>and Defined Boundary Conditions</a:t>
            </a:r>
          </a:p>
          <a:p>
            <a:pPr marL="342900" indent="-342900" algn="l">
              <a:buClr>
                <a:schemeClr val="tx1"/>
              </a:buClr>
              <a:buFont typeface="Arial" charset="0"/>
              <a:buChar char="•"/>
            </a:pPr>
            <a:r>
              <a:rPr lang="en-US" dirty="0"/>
              <a:t>Ran Fluent using</a:t>
            </a:r>
          </a:p>
          <a:p>
            <a:pPr lvl="1" indent="-342900">
              <a:buClr>
                <a:schemeClr val="tx1"/>
              </a:buClr>
              <a:buFont typeface="Arial" charset="0"/>
              <a:buChar char="•"/>
            </a:pPr>
            <a:r>
              <a:rPr lang="en-US" dirty="0"/>
              <a:t>2-D Flow </a:t>
            </a:r>
          </a:p>
          <a:p>
            <a:pPr lvl="1" indent="-342900">
              <a:buClr>
                <a:schemeClr val="tx1"/>
              </a:buClr>
              <a:buFont typeface="Arial" charset="0"/>
              <a:buChar char="•"/>
            </a:pPr>
            <a:r>
              <a:rPr lang="en-US" dirty="0">
                <a:latin typeface="Myriad Pro"/>
                <a:cs typeface="Myriad Pro"/>
              </a:rPr>
              <a:t>Viscous -&gt; SST k-omega , 1000 Iterations. </a:t>
            </a:r>
          </a:p>
          <a:p>
            <a:pPr lvl="1" indent="-342900">
              <a:buClr>
                <a:schemeClr val="tx1"/>
              </a:buClr>
              <a:buFont typeface="Arial" charset="0"/>
              <a:buChar char="•"/>
            </a:pPr>
            <a:r>
              <a:rPr lang="en-US" dirty="0"/>
              <a:t>Mach 0.13 at 0-, 8-, and 16-degrees angle of attack. </a:t>
            </a:r>
          </a:p>
          <a:p>
            <a:pPr lvl="1" indent="-342900">
              <a:buClr>
                <a:schemeClr val="tx1"/>
              </a:buClr>
              <a:buFont typeface="Arial" charset="0"/>
              <a:buChar char="•"/>
            </a:pPr>
            <a:r>
              <a:rPr lang="en-US" dirty="0"/>
              <a:t>Mach 1.0 at 0- degree angle of attack. </a:t>
            </a:r>
          </a:p>
          <a:p>
            <a:pPr lvl="1" indent="-342900">
              <a:buClr>
                <a:schemeClr val="tx1"/>
              </a:buClr>
              <a:buFont typeface="Arial" charset="0"/>
              <a:buChar char="•"/>
            </a:pPr>
            <a:r>
              <a:rPr lang="en-US" dirty="0"/>
              <a:t>Mach 1.5 at 16-degrees angle of attack.  </a:t>
            </a:r>
            <a:endParaRPr lang="en-US" dirty="0">
              <a:latin typeface="Myriad Pro"/>
              <a:cs typeface="Myriad Pro"/>
            </a:endParaRPr>
          </a:p>
        </p:txBody>
      </p:sp>
      <p:pic>
        <p:nvPicPr>
          <p:cNvPr id="2" name="Picture 1" descr="A screenshot of a computer screen&#10;&#10;AI-generated content may be incorrect.">
            <a:extLst>
              <a:ext uri="{FF2B5EF4-FFF2-40B4-BE49-F238E27FC236}">
                <a16:creationId xmlns:a16="http://schemas.microsoft.com/office/drawing/2014/main" id="{C4D084A7-E162-0530-16AD-E6CCEFDA1395}"/>
              </a:ext>
            </a:extLst>
          </p:cNvPr>
          <p:cNvPicPr>
            <a:picLocks noChangeAspect="1"/>
          </p:cNvPicPr>
          <p:nvPr/>
        </p:nvPicPr>
        <p:blipFill>
          <a:blip r:embed="rId3"/>
          <a:srcRect l="7888"/>
          <a:stretch>
            <a:fillRect/>
          </a:stretch>
        </p:blipFill>
        <p:spPr>
          <a:xfrm>
            <a:off x="0" y="923109"/>
            <a:ext cx="6223289" cy="4007068"/>
          </a:xfrm>
          <a:prstGeom prst="rect">
            <a:avLst/>
          </a:prstGeom>
        </p:spPr>
      </p:pic>
      <p:sp>
        <p:nvSpPr>
          <p:cNvPr id="3" name="TextBox 2">
            <a:extLst>
              <a:ext uri="{FF2B5EF4-FFF2-40B4-BE49-F238E27FC236}">
                <a16:creationId xmlns:a16="http://schemas.microsoft.com/office/drawing/2014/main" id="{E16D2D06-B5BE-1127-DE4C-D795BC339DA8}"/>
              </a:ext>
            </a:extLst>
          </p:cNvPr>
          <p:cNvSpPr txBox="1"/>
          <p:nvPr/>
        </p:nvSpPr>
        <p:spPr>
          <a:xfrm>
            <a:off x="600891" y="5033279"/>
            <a:ext cx="2682979" cy="369332"/>
          </a:xfrm>
          <a:prstGeom prst="rect">
            <a:avLst/>
          </a:prstGeom>
          <a:noFill/>
        </p:spPr>
        <p:txBody>
          <a:bodyPr wrap="none" rtlCol="0">
            <a:spAutoFit/>
          </a:bodyPr>
          <a:lstStyle/>
          <a:p>
            <a:r>
              <a:rPr lang="en-US" b="1" dirty="0"/>
              <a:t>Figure 2. </a:t>
            </a:r>
            <a:r>
              <a:rPr lang="en-US" dirty="0"/>
              <a:t>Structured Mesh</a:t>
            </a:r>
          </a:p>
        </p:txBody>
      </p:sp>
    </p:spTree>
    <p:extLst>
      <p:ext uri="{BB962C8B-B14F-4D97-AF65-F5344CB8AC3E}">
        <p14:creationId xmlns:p14="http://schemas.microsoft.com/office/powerpoint/2010/main" val="2920635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pic>
        <p:nvPicPr>
          <p:cNvPr id="2" name="Picture 1" descr="A grid with lines and a blue background&#10;&#10;AI-generated content may be incorrect.">
            <a:extLst>
              <a:ext uri="{FF2B5EF4-FFF2-40B4-BE49-F238E27FC236}">
                <a16:creationId xmlns:a16="http://schemas.microsoft.com/office/drawing/2014/main" id="{EDF3211D-03CA-FBCF-86D5-DD86198C1C2B}"/>
              </a:ext>
            </a:extLst>
          </p:cNvPr>
          <p:cNvPicPr>
            <a:picLocks noChangeAspect="1"/>
          </p:cNvPicPr>
          <p:nvPr/>
        </p:nvPicPr>
        <p:blipFill>
          <a:blip r:embed="rId3"/>
          <a:stretch>
            <a:fillRect/>
          </a:stretch>
        </p:blipFill>
        <p:spPr>
          <a:xfrm>
            <a:off x="0" y="0"/>
            <a:ext cx="9971314" cy="6038950"/>
          </a:xfrm>
          <a:prstGeom prst="rect">
            <a:avLst/>
          </a:prstGeom>
        </p:spPr>
      </p:pic>
      <p:sp>
        <p:nvSpPr>
          <p:cNvPr id="10" name="Title 1">
            <a:extLst>
              <a:ext uri="{FF2B5EF4-FFF2-40B4-BE49-F238E27FC236}">
                <a16:creationId xmlns:a16="http://schemas.microsoft.com/office/drawing/2014/main" id="{370148B8-E62F-8147-8019-ABB34843ED0A}"/>
              </a:ext>
            </a:extLst>
          </p:cNvPr>
          <p:cNvSpPr>
            <a:spLocks noGrp="1"/>
          </p:cNvSpPr>
          <p:nvPr>
            <p:ph type="ctrTitle"/>
          </p:nvPr>
        </p:nvSpPr>
        <p:spPr>
          <a:xfrm>
            <a:off x="7489374" y="940969"/>
            <a:ext cx="2969623" cy="2348693"/>
          </a:xfrm>
        </p:spPr>
        <p:txBody>
          <a:bodyPr>
            <a:normAutofit/>
          </a:bodyPr>
          <a:lstStyle/>
          <a:p>
            <a:pPr algn="l"/>
            <a:r>
              <a:rPr lang="en-US" sz="3600" dirty="0">
                <a:latin typeface="Myriad Pro"/>
                <a:cs typeface="Myriad Pro"/>
              </a:rPr>
              <a:t>Figure </a:t>
            </a:r>
            <a:r>
              <a:rPr lang="en-US" sz="3600" dirty="0"/>
              <a:t>3</a:t>
            </a:r>
            <a:r>
              <a:rPr lang="en-US" sz="3600" dirty="0">
                <a:latin typeface="Myriad Pro"/>
                <a:cs typeface="Myriad Pro"/>
              </a:rPr>
              <a:t>. </a:t>
            </a:r>
            <a:br>
              <a:rPr lang="en-US" sz="3600" dirty="0">
                <a:latin typeface="Myriad Pro"/>
                <a:cs typeface="Myriad Pro"/>
              </a:rPr>
            </a:br>
            <a:r>
              <a:rPr lang="en-US" sz="3600" b="0" dirty="0">
                <a:latin typeface="Myriad Pro"/>
                <a:cs typeface="Myriad Pro"/>
              </a:rPr>
              <a:t>Full </a:t>
            </a:r>
            <a:br>
              <a:rPr lang="en-US" sz="3600" b="0" dirty="0">
                <a:latin typeface="Myriad Pro"/>
                <a:cs typeface="Myriad Pro"/>
              </a:rPr>
            </a:br>
            <a:r>
              <a:rPr lang="en-US" sz="3600" b="0" dirty="0">
                <a:latin typeface="Myriad Pro"/>
                <a:cs typeface="Myriad Pro"/>
              </a:rPr>
              <a:t>Mesh </a:t>
            </a:r>
            <a:br>
              <a:rPr lang="en-US" sz="3600" b="0" dirty="0">
                <a:latin typeface="Myriad Pro"/>
                <a:cs typeface="Myriad Pro"/>
              </a:rPr>
            </a:br>
            <a:r>
              <a:rPr lang="en-US" sz="3600" b="0" dirty="0">
                <a:latin typeface="Myriad Pro"/>
                <a:cs typeface="Myriad Pro"/>
              </a:rPr>
              <a:t>2412 Airfoil</a:t>
            </a:r>
          </a:p>
        </p:txBody>
      </p:sp>
    </p:spTree>
    <p:extLst>
      <p:ext uri="{BB962C8B-B14F-4D97-AF65-F5344CB8AC3E}">
        <p14:creationId xmlns:p14="http://schemas.microsoft.com/office/powerpoint/2010/main" val="745867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6ADE7-1BED-0ED8-9490-C8D6A789176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4D423B7-4081-4F49-82C7-8A469B50CC4B}"/>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D58D123D-2112-55FF-A0F9-F8D074499541}"/>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B658EA75-EA1F-5528-8E42-1040174BDE6F}"/>
              </a:ext>
            </a:extLst>
          </p:cNvPr>
          <p:cNvSpPr>
            <a:spLocks noGrp="1"/>
          </p:cNvSpPr>
          <p:nvPr>
            <p:ph type="ctrTitle"/>
          </p:nvPr>
        </p:nvSpPr>
        <p:spPr>
          <a:xfrm>
            <a:off x="487680" y="653143"/>
            <a:ext cx="2960914" cy="2775857"/>
          </a:xfrm>
        </p:spPr>
        <p:txBody>
          <a:bodyPr>
            <a:normAutofit/>
          </a:bodyPr>
          <a:lstStyle/>
          <a:p>
            <a:pPr algn="l"/>
            <a:r>
              <a:rPr lang="en-US" sz="4000" dirty="0">
                <a:latin typeface="Myriad Pro"/>
                <a:cs typeface="Myriad Pro"/>
              </a:rPr>
              <a:t>Figure 4. </a:t>
            </a:r>
            <a:r>
              <a:rPr lang="en-US" sz="4000" b="0" dirty="0">
                <a:latin typeface="Myriad Pro"/>
                <a:cs typeface="Myriad Pro"/>
              </a:rPr>
              <a:t>Inlet and Outlet in Fluent</a:t>
            </a:r>
          </a:p>
        </p:txBody>
      </p:sp>
      <p:pic>
        <p:nvPicPr>
          <p:cNvPr id="3" name="Picture 2" descr="A green and blue grid&#10;&#10;AI-generated content may be incorrect.">
            <a:extLst>
              <a:ext uri="{FF2B5EF4-FFF2-40B4-BE49-F238E27FC236}">
                <a16:creationId xmlns:a16="http://schemas.microsoft.com/office/drawing/2014/main" id="{1577F248-4445-DCAE-4F26-B2767D4701A3}"/>
              </a:ext>
            </a:extLst>
          </p:cNvPr>
          <p:cNvPicPr>
            <a:picLocks noChangeAspect="1"/>
          </p:cNvPicPr>
          <p:nvPr/>
        </p:nvPicPr>
        <p:blipFill>
          <a:blip r:embed="rId3"/>
          <a:stretch>
            <a:fillRect/>
          </a:stretch>
        </p:blipFill>
        <p:spPr>
          <a:xfrm>
            <a:off x="2867250" y="0"/>
            <a:ext cx="8984636" cy="5791206"/>
          </a:xfrm>
          <a:prstGeom prst="rect">
            <a:avLst/>
          </a:prstGeom>
        </p:spPr>
      </p:pic>
    </p:spTree>
    <p:extLst>
      <p:ext uri="{BB962C8B-B14F-4D97-AF65-F5344CB8AC3E}">
        <p14:creationId xmlns:p14="http://schemas.microsoft.com/office/powerpoint/2010/main" val="260952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CB24-938F-1F33-C220-B3AC270C4A1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2F6B27-54A3-9D8E-CA8B-737D02305B55}"/>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9E320638-5E4A-94E3-B9B5-AE4FE83D356D}"/>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500153BC-B367-335A-660A-92DA753F97D1}"/>
              </a:ext>
            </a:extLst>
          </p:cNvPr>
          <p:cNvSpPr>
            <a:spLocks noGrp="1"/>
          </p:cNvSpPr>
          <p:nvPr>
            <p:ph type="ctrTitle"/>
          </p:nvPr>
        </p:nvSpPr>
        <p:spPr>
          <a:xfrm>
            <a:off x="522514" y="1576251"/>
            <a:ext cx="3796937" cy="2621280"/>
          </a:xfrm>
        </p:spPr>
        <p:txBody>
          <a:bodyPr>
            <a:noAutofit/>
          </a:bodyPr>
          <a:lstStyle/>
          <a:p>
            <a:pPr algn="l"/>
            <a:r>
              <a:rPr lang="en-US" sz="3200" dirty="0">
                <a:latin typeface="Myriad Pro"/>
                <a:cs typeface="Myriad Pro"/>
              </a:rPr>
              <a:t>Figures 5 and 6 </a:t>
            </a:r>
            <a:r>
              <a:rPr lang="en-US" sz="3200" b="0" dirty="0">
                <a:latin typeface="Myriad Pro"/>
                <a:cs typeface="Myriad Pro"/>
              </a:rPr>
              <a:t>Pressure and Velocity Contours at Mach 0.13 (45 m/s) at 0-degree angle. </a:t>
            </a:r>
          </a:p>
        </p:txBody>
      </p:sp>
      <p:pic>
        <p:nvPicPr>
          <p:cNvPr id="2" name="Picture 1" descr="A rainbow colored circle with a white circle in the middle&#10;&#10;AI-generated content may be incorrect.">
            <a:extLst>
              <a:ext uri="{FF2B5EF4-FFF2-40B4-BE49-F238E27FC236}">
                <a16:creationId xmlns:a16="http://schemas.microsoft.com/office/drawing/2014/main" id="{37C77630-BD9C-E47A-6BE9-B3D1CC34C229}"/>
              </a:ext>
            </a:extLst>
          </p:cNvPr>
          <p:cNvPicPr>
            <a:picLocks noChangeAspect="1"/>
          </p:cNvPicPr>
          <p:nvPr/>
        </p:nvPicPr>
        <p:blipFill>
          <a:blip r:embed="rId3"/>
          <a:stretch>
            <a:fillRect/>
          </a:stretch>
        </p:blipFill>
        <p:spPr>
          <a:xfrm>
            <a:off x="4490731" y="0"/>
            <a:ext cx="7701269" cy="3246120"/>
          </a:xfrm>
          <a:prstGeom prst="rect">
            <a:avLst/>
          </a:prstGeom>
        </p:spPr>
      </p:pic>
      <p:pic>
        <p:nvPicPr>
          <p:cNvPr id="4" name="Picture 3" descr="A screen shot of a computer&#10;&#10;AI-generated content may be incorrect.">
            <a:extLst>
              <a:ext uri="{FF2B5EF4-FFF2-40B4-BE49-F238E27FC236}">
                <a16:creationId xmlns:a16="http://schemas.microsoft.com/office/drawing/2014/main" id="{FEF74574-8915-2C12-915F-44E135A9FC7E}"/>
              </a:ext>
            </a:extLst>
          </p:cNvPr>
          <p:cNvPicPr>
            <a:picLocks noChangeAspect="1"/>
          </p:cNvPicPr>
          <p:nvPr/>
        </p:nvPicPr>
        <p:blipFill>
          <a:blip r:embed="rId4"/>
          <a:srcRect t="3884" b="9331"/>
          <a:stretch>
            <a:fillRect/>
          </a:stretch>
        </p:blipFill>
        <p:spPr>
          <a:xfrm>
            <a:off x="4490731" y="3246120"/>
            <a:ext cx="7612369" cy="2855667"/>
          </a:xfrm>
          <a:prstGeom prst="rect">
            <a:avLst/>
          </a:prstGeom>
        </p:spPr>
      </p:pic>
    </p:spTree>
    <p:extLst>
      <p:ext uri="{BB962C8B-B14F-4D97-AF65-F5344CB8AC3E}">
        <p14:creationId xmlns:p14="http://schemas.microsoft.com/office/powerpoint/2010/main" val="245956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72192-74ED-1012-7D19-CEC20FC066F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24971E0-1744-D644-E55F-1ABA9F33FFC4}"/>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16FF581E-21FB-AA12-5181-F4D7D215A9B6}"/>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58D717B4-F06E-30DE-3C0A-E3F34B005242}"/>
              </a:ext>
            </a:extLst>
          </p:cNvPr>
          <p:cNvSpPr>
            <a:spLocks noGrp="1"/>
          </p:cNvSpPr>
          <p:nvPr>
            <p:ph type="ctrTitle"/>
          </p:nvPr>
        </p:nvSpPr>
        <p:spPr>
          <a:xfrm>
            <a:off x="522514" y="1576251"/>
            <a:ext cx="3796937" cy="2621280"/>
          </a:xfrm>
        </p:spPr>
        <p:txBody>
          <a:bodyPr>
            <a:noAutofit/>
          </a:bodyPr>
          <a:lstStyle/>
          <a:p>
            <a:pPr algn="l"/>
            <a:r>
              <a:rPr lang="en-US" sz="3200" dirty="0">
                <a:latin typeface="Myriad Pro"/>
                <a:cs typeface="Myriad Pro"/>
              </a:rPr>
              <a:t>Figures </a:t>
            </a:r>
            <a:r>
              <a:rPr lang="en-US" sz="3200" dirty="0"/>
              <a:t>7</a:t>
            </a:r>
            <a:r>
              <a:rPr lang="en-US" sz="3200" dirty="0">
                <a:latin typeface="Myriad Pro"/>
                <a:cs typeface="Myriad Pro"/>
              </a:rPr>
              <a:t> and 8 </a:t>
            </a:r>
            <a:r>
              <a:rPr lang="en-US" sz="3200" b="0" dirty="0">
                <a:latin typeface="Myriad Pro"/>
                <a:cs typeface="Myriad Pro"/>
              </a:rPr>
              <a:t>Turbulence and Pressure Contours at Mach </a:t>
            </a:r>
            <a:r>
              <a:rPr lang="en-US" sz="3200" b="0" dirty="0"/>
              <a:t>1.5</a:t>
            </a:r>
            <a:r>
              <a:rPr lang="en-US" sz="3200" b="0" dirty="0">
                <a:latin typeface="Myriad Pro"/>
                <a:cs typeface="Myriad Pro"/>
              </a:rPr>
              <a:t> (</a:t>
            </a:r>
            <a:r>
              <a:rPr lang="en-US" sz="3200" b="0" dirty="0"/>
              <a:t>497</a:t>
            </a:r>
            <a:r>
              <a:rPr lang="en-US" sz="3200" b="0" dirty="0">
                <a:latin typeface="Myriad Pro"/>
                <a:cs typeface="Myriad Pro"/>
              </a:rPr>
              <a:t> m/s) at 16-degree angle. </a:t>
            </a:r>
          </a:p>
        </p:txBody>
      </p:sp>
      <p:pic>
        <p:nvPicPr>
          <p:cNvPr id="3" name="Picture 2" descr="A blue and white background with a blue and white light&#10;&#10;AI-generated content may be incorrect.">
            <a:extLst>
              <a:ext uri="{FF2B5EF4-FFF2-40B4-BE49-F238E27FC236}">
                <a16:creationId xmlns:a16="http://schemas.microsoft.com/office/drawing/2014/main" id="{A036CB56-4423-165E-2E35-E89C7637DA1E}"/>
              </a:ext>
            </a:extLst>
          </p:cNvPr>
          <p:cNvPicPr>
            <a:picLocks noChangeAspect="1"/>
          </p:cNvPicPr>
          <p:nvPr/>
        </p:nvPicPr>
        <p:blipFill>
          <a:blip r:embed="rId3"/>
          <a:stretch>
            <a:fillRect/>
          </a:stretch>
        </p:blipFill>
        <p:spPr>
          <a:xfrm>
            <a:off x="4365444" y="0"/>
            <a:ext cx="7826556" cy="3054531"/>
          </a:xfrm>
          <a:prstGeom prst="rect">
            <a:avLst/>
          </a:prstGeom>
        </p:spPr>
      </p:pic>
      <p:pic>
        <p:nvPicPr>
          <p:cNvPr id="5" name="Picture 4">
            <a:extLst>
              <a:ext uri="{FF2B5EF4-FFF2-40B4-BE49-F238E27FC236}">
                <a16:creationId xmlns:a16="http://schemas.microsoft.com/office/drawing/2014/main" id="{3843FC71-A98E-3A64-B67F-4688D63FD07B}"/>
              </a:ext>
            </a:extLst>
          </p:cNvPr>
          <p:cNvPicPr>
            <a:picLocks noChangeAspect="1"/>
          </p:cNvPicPr>
          <p:nvPr/>
        </p:nvPicPr>
        <p:blipFill>
          <a:blip r:embed="rId4"/>
          <a:stretch>
            <a:fillRect/>
          </a:stretch>
        </p:blipFill>
        <p:spPr>
          <a:xfrm>
            <a:off x="4365444" y="3420291"/>
            <a:ext cx="6783152" cy="2550929"/>
          </a:xfrm>
          <a:prstGeom prst="rect">
            <a:avLst/>
          </a:prstGeom>
        </p:spPr>
      </p:pic>
      <p:sp>
        <p:nvSpPr>
          <p:cNvPr id="8" name="TextBox 7">
            <a:extLst>
              <a:ext uri="{FF2B5EF4-FFF2-40B4-BE49-F238E27FC236}">
                <a16:creationId xmlns:a16="http://schemas.microsoft.com/office/drawing/2014/main" id="{5854667A-F22F-8B44-8AA0-1179C2F4768F}"/>
              </a:ext>
            </a:extLst>
          </p:cNvPr>
          <p:cNvSpPr txBox="1"/>
          <p:nvPr/>
        </p:nvSpPr>
        <p:spPr>
          <a:xfrm>
            <a:off x="522514" y="4483178"/>
            <a:ext cx="3544389"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2060"/>
                </a:solidFill>
              </a:rPr>
              <a:t>A pressure-based solver would have been a better choice to get the shock waves instead of a density-based solver setting as it simpler to set up and avoid sensitivity issues.</a:t>
            </a:r>
          </a:p>
          <a:p>
            <a:pPr marL="285750" indent="-285750">
              <a:buFont typeface="Arial" panose="020B0604020202020204" pitchFamily="34" charset="0"/>
              <a:buChar char="•"/>
            </a:pPr>
            <a:r>
              <a:rPr lang="en-US" sz="1600" dirty="0">
                <a:solidFill>
                  <a:srgbClr val="002060"/>
                </a:solidFill>
              </a:rPr>
              <a:t>A turbulent wake is seen in Figure 7. </a:t>
            </a:r>
          </a:p>
        </p:txBody>
      </p:sp>
    </p:spTree>
    <p:extLst>
      <p:ext uri="{BB962C8B-B14F-4D97-AF65-F5344CB8AC3E}">
        <p14:creationId xmlns:p14="http://schemas.microsoft.com/office/powerpoint/2010/main" val="199348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332BB-6BC0-D524-D339-D5DACA3632B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0F4D9-40AB-1B39-A681-A465C5B5FB9D}"/>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7C487EF3-0637-9142-F13B-1D2B60748475}"/>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DAEE5316-49EF-1841-D16F-8262343516AF}"/>
              </a:ext>
            </a:extLst>
          </p:cNvPr>
          <p:cNvSpPr>
            <a:spLocks noGrp="1"/>
          </p:cNvSpPr>
          <p:nvPr>
            <p:ph type="ctrTitle"/>
          </p:nvPr>
        </p:nvSpPr>
        <p:spPr>
          <a:xfrm>
            <a:off x="345766" y="644434"/>
            <a:ext cx="5585477" cy="1367308"/>
          </a:xfrm>
        </p:spPr>
        <p:txBody>
          <a:bodyPr>
            <a:normAutofit/>
          </a:bodyPr>
          <a:lstStyle/>
          <a:p>
            <a:pPr algn="l"/>
            <a:r>
              <a:rPr lang="en-US" sz="4000" dirty="0">
                <a:latin typeface="Myriad Pro"/>
                <a:cs typeface="Myriad Pro"/>
              </a:rPr>
              <a:t>Validation and Verification</a:t>
            </a:r>
          </a:p>
        </p:txBody>
      </p:sp>
      <p:sp>
        <p:nvSpPr>
          <p:cNvPr id="11" name="Subtitle 2">
            <a:extLst>
              <a:ext uri="{FF2B5EF4-FFF2-40B4-BE49-F238E27FC236}">
                <a16:creationId xmlns:a16="http://schemas.microsoft.com/office/drawing/2014/main" id="{828B9135-7D99-01D1-B786-D1877814A080}"/>
              </a:ext>
            </a:extLst>
          </p:cNvPr>
          <p:cNvSpPr>
            <a:spLocks noGrp="1"/>
          </p:cNvSpPr>
          <p:nvPr>
            <p:ph type="subTitle" idx="4294967295"/>
          </p:nvPr>
        </p:nvSpPr>
        <p:spPr>
          <a:xfrm>
            <a:off x="345765" y="2508433"/>
            <a:ext cx="3476007" cy="3235977"/>
          </a:xfrm>
        </p:spPr>
        <p:txBody>
          <a:bodyPr>
            <a:normAutofit fontScale="92500" lnSpcReduction="10000"/>
          </a:bodyPr>
          <a:lstStyle/>
          <a:p>
            <a:pPr marL="342900" indent="-342900" algn="l">
              <a:buClr>
                <a:schemeClr val="tx1"/>
              </a:buClr>
              <a:buFont typeface="Arial" charset="0"/>
              <a:buChar char="•"/>
            </a:pPr>
            <a:r>
              <a:rPr lang="en-US" sz="2800" dirty="0">
                <a:latin typeface="Myriad Pro"/>
                <a:cs typeface="Myriad Pro"/>
              </a:rPr>
              <a:t>Compared Fluent results to NACA 2412 experimental data.</a:t>
            </a:r>
          </a:p>
          <a:p>
            <a:pPr marL="0" indent="0" algn="l">
              <a:buClr>
                <a:schemeClr val="tx1"/>
              </a:buClr>
              <a:buNone/>
            </a:pPr>
            <a:endParaRPr lang="en-US" sz="2800" dirty="0">
              <a:latin typeface="Myriad Pro"/>
              <a:cs typeface="Myriad Pro"/>
            </a:endParaRPr>
          </a:p>
          <a:p>
            <a:pPr marL="342900" indent="-342900" algn="l">
              <a:buClr>
                <a:schemeClr val="tx1"/>
              </a:buClr>
              <a:buFont typeface="Arial" charset="0"/>
              <a:buChar char="•"/>
            </a:pPr>
            <a:r>
              <a:rPr lang="en-US" sz="2800" dirty="0">
                <a:latin typeface="Myriad Pro"/>
                <a:cs typeface="Myriad Pro"/>
              </a:rPr>
              <a:t>Simulated Lift data was a</a:t>
            </a:r>
            <a:r>
              <a:rPr lang="en-US" dirty="0"/>
              <a:t>ccurate while drag coefficient was overestimated.  </a:t>
            </a:r>
            <a:endParaRPr lang="en-US" sz="2800" dirty="0">
              <a:latin typeface="Myriad Pro"/>
              <a:cs typeface="Myriad Pro"/>
            </a:endParaRPr>
          </a:p>
          <a:p>
            <a:pPr marL="0" indent="0" algn="l">
              <a:buClr>
                <a:schemeClr val="tx1"/>
              </a:buClr>
              <a:buNone/>
            </a:pPr>
            <a:endParaRPr lang="en-US" sz="2800" dirty="0">
              <a:latin typeface="Myriad Pro"/>
              <a:cs typeface="Myriad Pro"/>
            </a:endParaRPr>
          </a:p>
          <a:p>
            <a:pPr marL="0" indent="0" algn="l">
              <a:buClr>
                <a:schemeClr val="tx1"/>
              </a:buClr>
              <a:buNone/>
            </a:pPr>
            <a:endParaRPr lang="en-US" sz="2800" dirty="0">
              <a:latin typeface="Myriad Pro"/>
              <a:cs typeface="Myriad Pro"/>
            </a:endParaRPr>
          </a:p>
        </p:txBody>
      </p:sp>
      <p:graphicFrame>
        <p:nvGraphicFramePr>
          <p:cNvPr id="2" name="Table 1">
            <a:extLst>
              <a:ext uri="{FF2B5EF4-FFF2-40B4-BE49-F238E27FC236}">
                <a16:creationId xmlns:a16="http://schemas.microsoft.com/office/drawing/2014/main" id="{C3D683C1-02E1-35FF-10C2-737FCC07673C}"/>
              </a:ext>
            </a:extLst>
          </p:cNvPr>
          <p:cNvGraphicFramePr>
            <a:graphicFrameLocks noGrp="1"/>
          </p:cNvGraphicFramePr>
          <p:nvPr>
            <p:extLst>
              <p:ext uri="{D42A27DB-BD31-4B8C-83A1-F6EECF244321}">
                <p14:modId xmlns:p14="http://schemas.microsoft.com/office/powerpoint/2010/main" val="925560022"/>
              </p:ext>
            </p:extLst>
          </p:nvPr>
        </p:nvGraphicFramePr>
        <p:xfrm>
          <a:off x="3894020" y="2107537"/>
          <a:ext cx="7952214" cy="3732668"/>
        </p:xfrm>
        <a:graphic>
          <a:graphicData uri="http://schemas.openxmlformats.org/drawingml/2006/table">
            <a:tbl>
              <a:tblPr firstRow="1" bandRow="1">
                <a:tableStyleId>{5C22544A-7EE6-4342-B048-85BDC9FD1C3A}</a:tableStyleId>
              </a:tblPr>
              <a:tblGrid>
                <a:gridCol w="1325369">
                  <a:extLst>
                    <a:ext uri="{9D8B030D-6E8A-4147-A177-3AD203B41FA5}">
                      <a16:colId xmlns:a16="http://schemas.microsoft.com/office/drawing/2014/main" val="3503607466"/>
                    </a:ext>
                  </a:extLst>
                </a:gridCol>
                <a:gridCol w="1325369">
                  <a:extLst>
                    <a:ext uri="{9D8B030D-6E8A-4147-A177-3AD203B41FA5}">
                      <a16:colId xmlns:a16="http://schemas.microsoft.com/office/drawing/2014/main" val="2445012184"/>
                    </a:ext>
                  </a:extLst>
                </a:gridCol>
                <a:gridCol w="1325369">
                  <a:extLst>
                    <a:ext uri="{9D8B030D-6E8A-4147-A177-3AD203B41FA5}">
                      <a16:colId xmlns:a16="http://schemas.microsoft.com/office/drawing/2014/main" val="3073658171"/>
                    </a:ext>
                  </a:extLst>
                </a:gridCol>
                <a:gridCol w="1325369">
                  <a:extLst>
                    <a:ext uri="{9D8B030D-6E8A-4147-A177-3AD203B41FA5}">
                      <a16:colId xmlns:a16="http://schemas.microsoft.com/office/drawing/2014/main" val="2361963460"/>
                    </a:ext>
                  </a:extLst>
                </a:gridCol>
                <a:gridCol w="1325369">
                  <a:extLst>
                    <a:ext uri="{9D8B030D-6E8A-4147-A177-3AD203B41FA5}">
                      <a16:colId xmlns:a16="http://schemas.microsoft.com/office/drawing/2014/main" val="3652292455"/>
                    </a:ext>
                  </a:extLst>
                </a:gridCol>
                <a:gridCol w="1325369">
                  <a:extLst>
                    <a:ext uri="{9D8B030D-6E8A-4147-A177-3AD203B41FA5}">
                      <a16:colId xmlns:a16="http://schemas.microsoft.com/office/drawing/2014/main" val="2807023173"/>
                    </a:ext>
                  </a:extLst>
                </a:gridCol>
              </a:tblGrid>
              <a:tr h="1511810">
                <a:tc>
                  <a:txBody>
                    <a:bodyPr/>
                    <a:lstStyle/>
                    <a:p>
                      <a:pPr algn="ctr"/>
                      <a:r>
                        <a:rPr lang="en-US" sz="2000" dirty="0"/>
                        <a:t>Angle of Attack</a:t>
                      </a:r>
                    </a:p>
                  </a:txBody>
                  <a:tcPr/>
                </a:tc>
                <a:tc>
                  <a:txBody>
                    <a:bodyPr/>
                    <a:lstStyle/>
                    <a:p>
                      <a:pPr algn="ctr"/>
                      <a:r>
                        <a:rPr lang="en-US" sz="2000" dirty="0"/>
                        <a:t>Fluent Lift Coefficient</a:t>
                      </a:r>
                    </a:p>
                  </a:txBody>
                  <a:tcPr/>
                </a:tc>
                <a:tc>
                  <a:txBody>
                    <a:bodyPr/>
                    <a:lstStyle/>
                    <a:p>
                      <a:pPr algn="ctr"/>
                      <a:r>
                        <a:rPr lang="en-US" sz="2000" dirty="0"/>
                        <a:t>Fluent Drag Coefficient </a:t>
                      </a:r>
                    </a:p>
                  </a:txBody>
                  <a:tcPr/>
                </a:tc>
                <a:tc>
                  <a:txBody>
                    <a:bodyPr/>
                    <a:lstStyle/>
                    <a:p>
                      <a:pPr algn="ctr"/>
                      <a:r>
                        <a:rPr lang="en-US" sz="2000" dirty="0"/>
                        <a:t>NACA Lift Coefficient</a:t>
                      </a:r>
                    </a:p>
                  </a:txBody>
                  <a:tcPr/>
                </a:tc>
                <a:tc>
                  <a:txBody>
                    <a:bodyPr/>
                    <a:lstStyle/>
                    <a:p>
                      <a:pPr algn="ctr"/>
                      <a:r>
                        <a:rPr lang="en-US" sz="2000" dirty="0"/>
                        <a:t>NACA Drag Coefficient</a:t>
                      </a:r>
                    </a:p>
                  </a:txBody>
                  <a:tcPr/>
                </a:tc>
                <a:tc>
                  <a:txBody>
                    <a:bodyPr/>
                    <a:lstStyle/>
                    <a:p>
                      <a:pPr algn="ctr"/>
                      <a:r>
                        <a:rPr lang="en-US" sz="2000" dirty="0"/>
                        <a:t>Percent Difference</a:t>
                      </a:r>
                    </a:p>
                  </a:txBody>
                  <a:tcPr/>
                </a:tc>
                <a:extLst>
                  <a:ext uri="{0D108BD9-81ED-4DB2-BD59-A6C34878D82A}">
                    <a16:rowId xmlns:a16="http://schemas.microsoft.com/office/drawing/2014/main" val="3852275099"/>
                  </a:ext>
                </a:extLst>
              </a:tr>
              <a:tr h="740286">
                <a:tc>
                  <a:txBody>
                    <a:bodyPr/>
                    <a:lstStyle/>
                    <a:p>
                      <a:pPr algn="ctr"/>
                      <a:r>
                        <a:rPr lang="en-US" dirty="0"/>
                        <a:t>0</a:t>
                      </a:r>
                    </a:p>
                  </a:txBody>
                  <a:tcPr/>
                </a:tc>
                <a:tc>
                  <a:txBody>
                    <a:bodyPr/>
                    <a:lstStyle/>
                    <a:p>
                      <a:pPr algn="ctr"/>
                      <a:r>
                        <a:rPr lang="en-US" dirty="0"/>
                        <a:t>2.15 e-01</a:t>
                      </a:r>
                    </a:p>
                  </a:txBody>
                  <a:tcPr/>
                </a:tc>
                <a:tc>
                  <a:txBody>
                    <a:bodyPr/>
                    <a:lstStyle/>
                    <a:p>
                      <a:pPr algn="ctr"/>
                      <a:r>
                        <a:rPr lang="en-US" dirty="0"/>
                        <a:t>9.27 e-03</a:t>
                      </a:r>
                    </a:p>
                  </a:txBody>
                  <a:tcPr/>
                </a:tc>
                <a:tc>
                  <a:txBody>
                    <a:bodyPr/>
                    <a:lstStyle/>
                    <a:p>
                      <a:pPr algn="ctr"/>
                      <a:r>
                        <a:rPr lang="en-US" dirty="0"/>
                        <a:t>2.5 e-01</a:t>
                      </a:r>
                    </a:p>
                  </a:txBody>
                  <a:tcPr/>
                </a:tc>
                <a:tc>
                  <a:txBody>
                    <a:bodyPr/>
                    <a:lstStyle/>
                    <a:p>
                      <a:pPr algn="ctr"/>
                      <a:r>
                        <a:rPr lang="en-US" dirty="0"/>
                        <a:t>6.5 e-03</a:t>
                      </a:r>
                    </a:p>
                  </a:txBody>
                  <a:tcPr/>
                </a:tc>
                <a:tc>
                  <a:txBody>
                    <a:bodyPr/>
                    <a:lstStyle/>
                    <a:p>
                      <a:pPr algn="ctr"/>
                      <a:r>
                        <a:rPr lang="en-US" dirty="0"/>
                        <a:t>15.1% and 35.1%</a:t>
                      </a:r>
                    </a:p>
                  </a:txBody>
                  <a:tcPr/>
                </a:tc>
                <a:extLst>
                  <a:ext uri="{0D108BD9-81ED-4DB2-BD59-A6C34878D82A}">
                    <a16:rowId xmlns:a16="http://schemas.microsoft.com/office/drawing/2014/main" val="2232573233"/>
                  </a:ext>
                </a:extLst>
              </a:tr>
              <a:tr h="740286">
                <a:tc>
                  <a:txBody>
                    <a:bodyPr/>
                    <a:lstStyle/>
                    <a:p>
                      <a:pPr algn="ctr"/>
                      <a:r>
                        <a:rPr lang="en-US" dirty="0"/>
                        <a:t>8</a:t>
                      </a:r>
                    </a:p>
                  </a:txBody>
                  <a:tcPr/>
                </a:tc>
                <a:tc>
                  <a:txBody>
                    <a:bodyPr/>
                    <a:lstStyle/>
                    <a:p>
                      <a:pPr algn="ctr"/>
                      <a:r>
                        <a:rPr lang="en-US" dirty="0"/>
                        <a:t>1.049</a:t>
                      </a:r>
                    </a:p>
                  </a:txBody>
                  <a:tcPr/>
                </a:tc>
                <a:tc>
                  <a:txBody>
                    <a:bodyPr/>
                    <a:lstStyle/>
                    <a:p>
                      <a:pPr algn="ctr"/>
                      <a:r>
                        <a:rPr lang="en-US" dirty="0"/>
                        <a:t>1.42 e-02</a:t>
                      </a:r>
                    </a:p>
                  </a:txBody>
                  <a:tcPr/>
                </a:tc>
                <a:tc>
                  <a:txBody>
                    <a:bodyPr/>
                    <a:lstStyle/>
                    <a:p>
                      <a:pPr algn="ctr"/>
                      <a:r>
                        <a:rPr lang="en-US" dirty="0"/>
                        <a:t>1.05</a:t>
                      </a:r>
                    </a:p>
                  </a:txBody>
                  <a:tcPr/>
                </a:tc>
                <a:tc>
                  <a:txBody>
                    <a:bodyPr/>
                    <a:lstStyle/>
                    <a:p>
                      <a:pPr algn="ctr"/>
                      <a:r>
                        <a:rPr lang="en-US" dirty="0"/>
                        <a:t>1.15 e-02</a:t>
                      </a:r>
                    </a:p>
                  </a:txBody>
                  <a:tcPr/>
                </a:tc>
                <a:tc>
                  <a:txBody>
                    <a:bodyPr/>
                    <a:lstStyle/>
                    <a:p>
                      <a:pPr algn="ctr"/>
                      <a:r>
                        <a:rPr lang="en-US" dirty="0"/>
                        <a:t>0.0095% and 21.0%</a:t>
                      </a:r>
                    </a:p>
                  </a:txBody>
                  <a:tcPr/>
                </a:tc>
                <a:extLst>
                  <a:ext uri="{0D108BD9-81ED-4DB2-BD59-A6C34878D82A}">
                    <a16:rowId xmlns:a16="http://schemas.microsoft.com/office/drawing/2014/main" val="1920472692"/>
                  </a:ext>
                </a:extLst>
              </a:tr>
              <a:tr h="740286">
                <a:tc>
                  <a:txBody>
                    <a:bodyPr/>
                    <a:lstStyle/>
                    <a:p>
                      <a:pPr algn="ctr"/>
                      <a:r>
                        <a:rPr lang="en-US" dirty="0"/>
                        <a:t>16</a:t>
                      </a:r>
                    </a:p>
                  </a:txBody>
                  <a:tcPr/>
                </a:tc>
                <a:tc>
                  <a:txBody>
                    <a:bodyPr/>
                    <a:lstStyle/>
                    <a:p>
                      <a:pPr algn="ctr"/>
                      <a:r>
                        <a:rPr lang="en-US" dirty="0"/>
                        <a:t>1.636</a:t>
                      </a:r>
                    </a:p>
                  </a:txBody>
                  <a:tcPr/>
                </a:tc>
                <a:tc>
                  <a:txBody>
                    <a:bodyPr/>
                    <a:lstStyle/>
                    <a:p>
                      <a:pPr algn="ctr"/>
                      <a:r>
                        <a:rPr lang="en-US" dirty="0"/>
                        <a:t>4.265 e-02</a:t>
                      </a:r>
                    </a:p>
                  </a:txBody>
                  <a:tcPr/>
                </a:tc>
                <a:tc>
                  <a:txBody>
                    <a:bodyPr/>
                    <a:lstStyle/>
                    <a:p>
                      <a:pPr algn="ctr"/>
                      <a:r>
                        <a:rPr lang="en-US" dirty="0"/>
                        <a:t>1.50</a:t>
                      </a:r>
                    </a:p>
                  </a:txBody>
                  <a:tcPr/>
                </a:tc>
                <a:tc>
                  <a:txBody>
                    <a:bodyPr/>
                    <a:lstStyle/>
                    <a:p>
                      <a:pPr algn="ctr"/>
                      <a:r>
                        <a:rPr lang="en-US" dirty="0"/>
                        <a:t>2.30 e-02</a:t>
                      </a:r>
                    </a:p>
                  </a:txBody>
                  <a:tcPr/>
                </a:tc>
                <a:tc>
                  <a:txBody>
                    <a:bodyPr/>
                    <a:lstStyle/>
                    <a:p>
                      <a:pPr algn="ctr"/>
                      <a:r>
                        <a:rPr lang="en-US" dirty="0"/>
                        <a:t>8.67 and 59.9%</a:t>
                      </a:r>
                    </a:p>
                  </a:txBody>
                  <a:tcPr/>
                </a:tc>
                <a:extLst>
                  <a:ext uri="{0D108BD9-81ED-4DB2-BD59-A6C34878D82A}">
                    <a16:rowId xmlns:a16="http://schemas.microsoft.com/office/drawing/2014/main" val="3015176049"/>
                  </a:ext>
                </a:extLst>
              </a:tr>
            </a:tbl>
          </a:graphicData>
        </a:graphic>
      </p:graphicFrame>
      <p:sp>
        <p:nvSpPr>
          <p:cNvPr id="3" name="TextBox 2">
            <a:extLst>
              <a:ext uri="{FF2B5EF4-FFF2-40B4-BE49-F238E27FC236}">
                <a16:creationId xmlns:a16="http://schemas.microsoft.com/office/drawing/2014/main" id="{38E5A9A3-5E6E-B8D9-C890-C8AFFA4B7F2E}"/>
              </a:ext>
            </a:extLst>
          </p:cNvPr>
          <p:cNvSpPr txBox="1"/>
          <p:nvPr/>
        </p:nvSpPr>
        <p:spPr>
          <a:xfrm>
            <a:off x="5255502" y="1642410"/>
            <a:ext cx="6385402" cy="400110"/>
          </a:xfrm>
          <a:prstGeom prst="rect">
            <a:avLst/>
          </a:prstGeom>
          <a:noFill/>
        </p:spPr>
        <p:txBody>
          <a:bodyPr wrap="none" rtlCol="0">
            <a:spAutoFit/>
          </a:bodyPr>
          <a:lstStyle/>
          <a:p>
            <a:r>
              <a:rPr lang="en-US" sz="2000" b="1" dirty="0"/>
              <a:t>Table 1. </a:t>
            </a:r>
            <a:r>
              <a:rPr lang="en-US" sz="2000" dirty="0"/>
              <a:t>Fluent vs NACA 2412 Results at Mach 0.13 (45 m/s)</a:t>
            </a:r>
          </a:p>
        </p:txBody>
      </p:sp>
    </p:spTree>
    <p:extLst>
      <p:ext uri="{BB962C8B-B14F-4D97-AF65-F5344CB8AC3E}">
        <p14:creationId xmlns:p14="http://schemas.microsoft.com/office/powerpoint/2010/main" val="2729975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52483-9C79-7C67-8BCE-0BB382BAAA53}"/>
            </a:ext>
          </a:extLst>
        </p:cNvPr>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9BF1791A-E871-2F60-BED5-2134B78B8695}"/>
              </a:ext>
            </a:extLst>
          </p:cNvPr>
          <p:cNvPicPr>
            <a:picLocks noChangeAspect="1"/>
          </p:cNvPicPr>
          <p:nvPr/>
        </p:nvPicPr>
        <p:blipFill>
          <a:blip r:embed="rId3"/>
          <a:stretch>
            <a:fillRect/>
          </a:stretch>
        </p:blipFill>
        <p:spPr>
          <a:xfrm>
            <a:off x="5277395" y="1802537"/>
            <a:ext cx="8895184" cy="3352800"/>
          </a:xfrm>
          <a:prstGeom prst="rect">
            <a:avLst/>
          </a:prstGeom>
        </p:spPr>
      </p:pic>
      <p:sp>
        <p:nvSpPr>
          <p:cNvPr id="6" name="Slide Number Placeholder 5">
            <a:extLst>
              <a:ext uri="{FF2B5EF4-FFF2-40B4-BE49-F238E27FC236}">
                <a16:creationId xmlns:a16="http://schemas.microsoft.com/office/drawing/2014/main" id="{110DF0C2-E38C-350E-F0A8-4C63E762E264}"/>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DE8E14FE-E160-046B-08F5-F1083EC8970E}"/>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390E6E15-432A-8F6D-B437-234791310153}"/>
              </a:ext>
            </a:extLst>
          </p:cNvPr>
          <p:cNvSpPr>
            <a:spLocks noGrp="1"/>
          </p:cNvSpPr>
          <p:nvPr>
            <p:ph type="ctrTitle"/>
          </p:nvPr>
        </p:nvSpPr>
        <p:spPr>
          <a:xfrm>
            <a:off x="3303261" y="448126"/>
            <a:ext cx="5585477" cy="762365"/>
          </a:xfrm>
        </p:spPr>
        <p:txBody>
          <a:bodyPr>
            <a:normAutofit/>
          </a:bodyPr>
          <a:lstStyle/>
          <a:p>
            <a:r>
              <a:rPr lang="en-US" sz="4000" dirty="0">
                <a:latin typeface="Myriad Pro"/>
                <a:cs typeface="Myriad Pro"/>
              </a:rPr>
              <a:t>Key Results</a:t>
            </a:r>
          </a:p>
        </p:txBody>
      </p:sp>
      <p:sp>
        <p:nvSpPr>
          <p:cNvPr id="11" name="Subtitle 2">
            <a:extLst>
              <a:ext uri="{FF2B5EF4-FFF2-40B4-BE49-F238E27FC236}">
                <a16:creationId xmlns:a16="http://schemas.microsoft.com/office/drawing/2014/main" id="{988FAEF5-FF23-72F9-4DB0-E05FBB550F50}"/>
              </a:ext>
            </a:extLst>
          </p:cNvPr>
          <p:cNvSpPr>
            <a:spLocks noGrp="1"/>
          </p:cNvSpPr>
          <p:nvPr>
            <p:ph type="subTitle" idx="4294967295"/>
          </p:nvPr>
        </p:nvSpPr>
        <p:spPr>
          <a:xfrm>
            <a:off x="639264" y="1615805"/>
            <a:ext cx="4638132" cy="4031704"/>
          </a:xfrm>
        </p:spPr>
        <p:txBody>
          <a:bodyPr>
            <a:normAutofit fontScale="70000" lnSpcReduction="20000"/>
          </a:bodyPr>
          <a:lstStyle/>
          <a:p>
            <a:pPr algn="l">
              <a:buClr>
                <a:schemeClr val="tx1"/>
              </a:buClr>
              <a:buFont typeface="Arial" panose="020B0604020202020204" pitchFamily="34" charset="0"/>
              <a:buChar char="•"/>
            </a:pPr>
            <a:r>
              <a:rPr lang="en-US" b="1" dirty="0"/>
              <a:t>Validation: </a:t>
            </a:r>
            <a:r>
              <a:rPr lang="en-US" dirty="0"/>
              <a:t>Validation at Mach 0.13: Lift coefficients closely matched NASA data; drag less accurate due to mesh resolution. </a:t>
            </a:r>
          </a:p>
          <a:p>
            <a:pPr algn="l">
              <a:buClr>
                <a:schemeClr val="tx1"/>
              </a:buClr>
              <a:buFont typeface="Arial" panose="020B0604020202020204" pitchFamily="34" charset="0"/>
              <a:buChar char="•"/>
            </a:pPr>
            <a:endParaRPr lang="en-US" sz="2800" dirty="0">
              <a:latin typeface="Myriad Pro"/>
              <a:cs typeface="Myriad Pro"/>
            </a:endParaRPr>
          </a:p>
          <a:p>
            <a:pPr algn="l">
              <a:buClr>
                <a:schemeClr val="tx1"/>
              </a:buClr>
              <a:buFont typeface="Arial" panose="020B0604020202020204" pitchFamily="34" charset="0"/>
              <a:buChar char="•"/>
            </a:pPr>
            <a:r>
              <a:rPr lang="en-US" sz="2800" b="1" dirty="0">
                <a:latin typeface="Myriad Pro"/>
                <a:cs typeface="Myriad Pro"/>
              </a:rPr>
              <a:t>Results of Compressible flow </a:t>
            </a:r>
            <a:r>
              <a:rPr lang="en-US" sz="2800" dirty="0">
                <a:latin typeface="Myriad Pro"/>
                <a:cs typeface="Myriad Pro"/>
              </a:rPr>
              <a:t>(</a:t>
            </a:r>
            <a:r>
              <a:rPr lang="en-US" sz="2800" b="1" dirty="0">
                <a:latin typeface="Myriad Pro"/>
                <a:cs typeface="Myriad Pro"/>
              </a:rPr>
              <a:t>Mach 1.0 and 1.5): </a:t>
            </a:r>
            <a:r>
              <a:rPr lang="en-US" sz="2800" dirty="0">
                <a:latin typeface="Myriad Pro"/>
                <a:cs typeface="Myriad Pro"/>
              </a:rPr>
              <a:t>Density solver captured turbulent wake; signs of shock interactions but not fully demonstrated at Mach 1.5, 16- angle of attack.</a:t>
            </a:r>
          </a:p>
          <a:p>
            <a:pPr algn="l">
              <a:buClr>
                <a:schemeClr val="tx1"/>
              </a:buClr>
              <a:buFont typeface="Arial" panose="020B0604020202020204" pitchFamily="34" charset="0"/>
              <a:buChar char="•"/>
            </a:pPr>
            <a:endParaRPr lang="en-US" sz="2800" dirty="0">
              <a:latin typeface="Myriad Pro"/>
              <a:cs typeface="Myriad Pro"/>
            </a:endParaRPr>
          </a:p>
          <a:p>
            <a:pPr algn="l">
              <a:buClr>
                <a:schemeClr val="tx1"/>
              </a:buClr>
              <a:buFont typeface="Arial" panose="020B0604020202020204" pitchFamily="34" charset="0"/>
              <a:buChar char="•"/>
            </a:pPr>
            <a:r>
              <a:rPr lang="en-US" sz="2800" b="1" dirty="0">
                <a:latin typeface="Myriad Pro"/>
                <a:cs typeface="Myriad Pro"/>
              </a:rPr>
              <a:t>Outcome</a:t>
            </a:r>
            <a:r>
              <a:rPr lang="en-US" sz="2800" b="1" dirty="0">
                <a:solidFill>
                  <a:schemeClr val="accent2"/>
                </a:solidFill>
                <a:latin typeface="Myriad Pro"/>
                <a:cs typeface="Myriad Pro"/>
              </a:rPr>
              <a:t>: </a:t>
            </a:r>
            <a:r>
              <a:rPr lang="en-US" sz="2800" dirty="0">
                <a:latin typeface="Myriad Pro"/>
                <a:cs typeface="Myriad Pro"/>
              </a:rPr>
              <a:t>Demonstrated Fluent’s capability of modeling subsonic and compressible flows over a simple airfoil geometry. </a:t>
            </a:r>
          </a:p>
          <a:p>
            <a:pPr marL="0" indent="0" algn="l">
              <a:buClr>
                <a:schemeClr val="tx1"/>
              </a:buClr>
              <a:buNone/>
            </a:pPr>
            <a:endParaRPr lang="en-US" sz="2800" dirty="0">
              <a:latin typeface="Myriad Pro"/>
              <a:cs typeface="Myriad Pro"/>
            </a:endParaRPr>
          </a:p>
          <a:p>
            <a:pPr marL="0" indent="0" algn="l">
              <a:buClr>
                <a:schemeClr val="tx1"/>
              </a:buClr>
              <a:buNone/>
            </a:pPr>
            <a:endParaRPr lang="en-US" sz="2800" dirty="0">
              <a:latin typeface="Myriad Pro"/>
              <a:cs typeface="Myriad Pro"/>
            </a:endParaRPr>
          </a:p>
          <a:p>
            <a:pPr marL="0" indent="0" algn="l">
              <a:buClr>
                <a:schemeClr val="tx1"/>
              </a:buClr>
              <a:buNone/>
            </a:pPr>
            <a:endParaRPr lang="en-US" sz="2800" dirty="0">
              <a:latin typeface="Myriad Pro"/>
              <a:cs typeface="Myriad Pro"/>
            </a:endParaRPr>
          </a:p>
        </p:txBody>
      </p:sp>
      <p:sp>
        <p:nvSpPr>
          <p:cNvPr id="5" name="TextBox 4">
            <a:extLst>
              <a:ext uri="{FF2B5EF4-FFF2-40B4-BE49-F238E27FC236}">
                <a16:creationId xmlns:a16="http://schemas.microsoft.com/office/drawing/2014/main" id="{02BCBFB6-C777-AEF2-42BB-5CE8D29DA988}"/>
              </a:ext>
            </a:extLst>
          </p:cNvPr>
          <p:cNvSpPr txBox="1"/>
          <p:nvPr/>
        </p:nvSpPr>
        <p:spPr>
          <a:xfrm>
            <a:off x="5277395" y="5346788"/>
            <a:ext cx="6831037" cy="369332"/>
          </a:xfrm>
          <a:prstGeom prst="rect">
            <a:avLst/>
          </a:prstGeom>
          <a:noFill/>
        </p:spPr>
        <p:txBody>
          <a:bodyPr wrap="none" rtlCol="0">
            <a:spAutoFit/>
          </a:bodyPr>
          <a:lstStyle/>
          <a:p>
            <a:r>
              <a:rPr lang="en-US" b="1" dirty="0"/>
              <a:t>Figure 9. </a:t>
            </a:r>
            <a:r>
              <a:rPr lang="en-US" dirty="0"/>
              <a:t>Velocity contour at Mach 1.5 (497 m/s) at 16° Angle of Attack.</a:t>
            </a:r>
          </a:p>
        </p:txBody>
      </p:sp>
    </p:spTree>
    <p:extLst>
      <p:ext uri="{BB962C8B-B14F-4D97-AF65-F5344CB8AC3E}">
        <p14:creationId xmlns:p14="http://schemas.microsoft.com/office/powerpoint/2010/main" val="3262489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9FEF3-DC00-0C70-12B3-A0384A60343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FD801C1-111E-412D-5D94-2A8D0A5F2F71}"/>
              </a:ext>
            </a:extLst>
          </p:cNvPr>
          <p:cNvSpPr>
            <a:spLocks noGrp="1"/>
          </p:cNvSpPr>
          <p:nvPr>
            <p:ph type="sldNum" sz="quarter" idx="13"/>
          </p:nvPr>
        </p:nvSpPr>
        <p:spPr>
          <a:xfrm>
            <a:off x="8276252" y="6244378"/>
            <a:ext cx="2743200" cy="365125"/>
          </a:xfrm>
        </p:spPr>
        <p:txBody>
          <a:bodyPr/>
          <a:lstStyle>
            <a:lvl1pPr algn="r">
              <a:defRPr/>
            </a:lvl1pPr>
          </a:lstStyle>
          <a:p>
            <a:pPr>
              <a:defRPr/>
            </a:pPr>
            <a:r>
              <a:rPr lang="en-US" dirty="0">
                <a:solidFill>
                  <a:prstClr val="black">
                    <a:lumMod val="50000"/>
                    <a:lumOff val="50000"/>
                  </a:prstClr>
                </a:solidFill>
                <a:latin typeface="Avenir Next" charset="0"/>
                <a:ea typeface="Avenir Next" charset="0"/>
                <a:cs typeface="Avenir Next" charset="0"/>
              </a:rPr>
              <a:t>Flow over a 2D 2412 Airfoil</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7" name="Date Placeholder 3">
            <a:extLst>
              <a:ext uri="{FF2B5EF4-FFF2-40B4-BE49-F238E27FC236}">
                <a16:creationId xmlns:a16="http://schemas.microsoft.com/office/drawing/2014/main" id="{9687ACDF-23BA-7021-FED2-75BFD07C916F}"/>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93408CBF-91C5-5CDD-6B3A-A1D577F74310}"/>
              </a:ext>
            </a:extLst>
          </p:cNvPr>
          <p:cNvSpPr>
            <a:spLocks noGrp="1"/>
          </p:cNvSpPr>
          <p:nvPr>
            <p:ph type="ctrTitle"/>
          </p:nvPr>
        </p:nvSpPr>
        <p:spPr>
          <a:xfrm>
            <a:off x="2151017" y="448126"/>
            <a:ext cx="3944983" cy="762365"/>
          </a:xfrm>
        </p:spPr>
        <p:txBody>
          <a:bodyPr>
            <a:normAutofit/>
          </a:bodyPr>
          <a:lstStyle/>
          <a:p>
            <a:r>
              <a:rPr lang="en-US" sz="4000" dirty="0">
                <a:latin typeface="Myriad Pro"/>
                <a:cs typeface="Myriad Pro"/>
              </a:rPr>
              <a:t>Conclusion</a:t>
            </a:r>
          </a:p>
        </p:txBody>
      </p:sp>
      <p:sp>
        <p:nvSpPr>
          <p:cNvPr id="2" name="TextBox 1">
            <a:extLst>
              <a:ext uri="{FF2B5EF4-FFF2-40B4-BE49-F238E27FC236}">
                <a16:creationId xmlns:a16="http://schemas.microsoft.com/office/drawing/2014/main" id="{E19F38D9-F05C-6E47-DF93-B2CC670034BB}"/>
              </a:ext>
            </a:extLst>
          </p:cNvPr>
          <p:cNvSpPr txBox="1"/>
          <p:nvPr/>
        </p:nvSpPr>
        <p:spPr>
          <a:xfrm>
            <a:off x="650035" y="1608560"/>
            <a:ext cx="6003314" cy="4524315"/>
          </a:xfrm>
          <a:prstGeom prst="rect">
            <a:avLst/>
          </a:prstGeom>
          <a:noFill/>
        </p:spPr>
        <p:txBody>
          <a:bodyPr wrap="square" rtlCol="0">
            <a:spAutoFit/>
          </a:bodyPr>
          <a:lstStyle/>
          <a:p>
            <a:pPr marL="285750" indent="-285750">
              <a:buFont typeface="Arial" panose="020B0604020202020204" pitchFamily="34" charset="0"/>
              <a:buChar char="•"/>
            </a:pPr>
            <a:r>
              <a:rPr lang="en-US" sz="2400" b="1" dirty="0"/>
              <a:t>Challenges:</a:t>
            </a:r>
            <a:r>
              <a:rPr lang="en-US" sz="2400" dirty="0"/>
              <a:t> Mesh generation (bias reversal) and solver settings for turbulence modeling</a:t>
            </a:r>
          </a:p>
          <a:p>
            <a:pPr marL="285750" indent="-285750">
              <a:buFont typeface="Arial" panose="020B0604020202020204" pitchFamily="34" charset="0"/>
              <a:buChar char="•"/>
            </a:pPr>
            <a:r>
              <a:rPr lang="en-US" sz="2400" b="1" dirty="0"/>
              <a:t>Limitations</a:t>
            </a:r>
            <a:r>
              <a:rPr lang="en-US" sz="2400" dirty="0"/>
              <a:t>: Drag prediction limited by steady-flow assumptions and mesh resolution.</a:t>
            </a:r>
          </a:p>
          <a:p>
            <a:endParaRPr lang="en-US" sz="2400" dirty="0"/>
          </a:p>
          <a:p>
            <a:pPr marL="285750" indent="-285750">
              <a:buFont typeface="Arial" panose="020B0604020202020204" pitchFamily="34" charset="0"/>
              <a:buChar char="•"/>
            </a:pPr>
            <a:r>
              <a:rPr lang="en-US" sz="2400" b="1" dirty="0"/>
              <a:t>Improvement</a:t>
            </a:r>
            <a:r>
              <a:rPr lang="en-US" sz="2400" dirty="0"/>
              <a:t>: redo Mach 1.5 simulation with pressure-based and density-based  solver to resolve shock waves. </a:t>
            </a:r>
          </a:p>
          <a:p>
            <a:endParaRPr lang="en-US" sz="2400" dirty="0"/>
          </a:p>
          <a:p>
            <a:pPr marL="285750" indent="-285750">
              <a:buFont typeface="Arial" panose="020B0604020202020204" pitchFamily="34" charset="0"/>
              <a:buChar char="•"/>
            </a:pPr>
            <a:r>
              <a:rPr lang="en-US" sz="2400" b="1" dirty="0"/>
              <a:t>Future work</a:t>
            </a:r>
            <a:r>
              <a:rPr lang="en-US" sz="2400" dirty="0"/>
              <a:t>: unsteady simulations, 3D airfoils, and more complex geometries. </a:t>
            </a:r>
          </a:p>
        </p:txBody>
      </p:sp>
      <p:pic>
        <p:nvPicPr>
          <p:cNvPr id="5" name="Picture 4">
            <a:extLst>
              <a:ext uri="{FF2B5EF4-FFF2-40B4-BE49-F238E27FC236}">
                <a16:creationId xmlns:a16="http://schemas.microsoft.com/office/drawing/2014/main" id="{20EE1EDE-4B66-5899-2F6F-501727275ABE}"/>
              </a:ext>
            </a:extLst>
          </p:cNvPr>
          <p:cNvPicPr>
            <a:picLocks noChangeAspect="1"/>
          </p:cNvPicPr>
          <p:nvPr/>
        </p:nvPicPr>
        <p:blipFill>
          <a:blip r:embed="rId3"/>
          <a:srcRect r="16366"/>
          <a:stretch>
            <a:fillRect/>
          </a:stretch>
        </p:blipFill>
        <p:spPr>
          <a:xfrm>
            <a:off x="6653349" y="1129588"/>
            <a:ext cx="7522172" cy="4777324"/>
          </a:xfrm>
          <a:prstGeom prst="rect">
            <a:avLst/>
          </a:prstGeom>
        </p:spPr>
      </p:pic>
      <p:sp>
        <p:nvSpPr>
          <p:cNvPr id="8" name="TextBox 7">
            <a:extLst>
              <a:ext uri="{FF2B5EF4-FFF2-40B4-BE49-F238E27FC236}">
                <a16:creationId xmlns:a16="http://schemas.microsoft.com/office/drawing/2014/main" id="{0190D1A8-A905-8003-0015-2232EBAAC664}"/>
              </a:ext>
            </a:extLst>
          </p:cNvPr>
          <p:cNvSpPr txBox="1"/>
          <p:nvPr/>
        </p:nvSpPr>
        <p:spPr>
          <a:xfrm>
            <a:off x="6878526" y="248497"/>
            <a:ext cx="5538651" cy="1200329"/>
          </a:xfrm>
          <a:prstGeom prst="rect">
            <a:avLst/>
          </a:prstGeom>
          <a:noFill/>
        </p:spPr>
        <p:txBody>
          <a:bodyPr wrap="square" rtlCol="0">
            <a:spAutoFit/>
          </a:bodyPr>
          <a:lstStyle/>
          <a:p>
            <a:r>
              <a:rPr lang="en-US" b="1" dirty="0"/>
              <a:t>Figure 10. </a:t>
            </a:r>
            <a:r>
              <a:rPr lang="en-US" dirty="0"/>
              <a:t>Pressure Contour of Flow over 2D Airfoil at Mach 1.2 Using Pressure-Based Solver (Armin Hashemi, YouTube Tutorial) – Shows more distinct pressure variations </a:t>
            </a:r>
          </a:p>
        </p:txBody>
      </p:sp>
    </p:spTree>
    <p:extLst>
      <p:ext uri="{BB962C8B-B14F-4D97-AF65-F5344CB8AC3E}">
        <p14:creationId xmlns:p14="http://schemas.microsoft.com/office/powerpoint/2010/main" val="2969311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3CF7-5A7C-3A22-31AB-7905038463FF}"/>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C12B3B4-CEAC-5FA2-5B9E-A5D2BEFE7505}"/>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B635ED11-F489-1EBB-35C5-0F5B9434757F}"/>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CDAC7C7A-E0E5-0085-EE0D-4C49AD2FF376}"/>
              </a:ext>
            </a:extLst>
          </p:cNvPr>
          <p:cNvSpPr>
            <a:spLocks noGrp="1"/>
          </p:cNvSpPr>
          <p:nvPr>
            <p:ph type="ctrTitle"/>
          </p:nvPr>
        </p:nvSpPr>
        <p:spPr>
          <a:xfrm>
            <a:off x="3303261" y="357051"/>
            <a:ext cx="5585477" cy="783833"/>
          </a:xfrm>
        </p:spPr>
        <p:txBody>
          <a:bodyPr>
            <a:normAutofit/>
          </a:bodyPr>
          <a:lstStyle/>
          <a:p>
            <a:r>
              <a:rPr lang="en-US" sz="4000" dirty="0">
                <a:latin typeface="Myriad Pro"/>
                <a:cs typeface="Myriad Pro"/>
              </a:rPr>
              <a:t>References</a:t>
            </a:r>
          </a:p>
        </p:txBody>
      </p:sp>
      <p:sp>
        <p:nvSpPr>
          <p:cNvPr id="11" name="Subtitle 2">
            <a:extLst>
              <a:ext uri="{FF2B5EF4-FFF2-40B4-BE49-F238E27FC236}">
                <a16:creationId xmlns:a16="http://schemas.microsoft.com/office/drawing/2014/main" id="{7502C4C7-EF71-21A9-A71C-05CB14733B23}"/>
              </a:ext>
            </a:extLst>
          </p:cNvPr>
          <p:cNvSpPr>
            <a:spLocks noGrp="1"/>
          </p:cNvSpPr>
          <p:nvPr>
            <p:ph type="subTitle" idx="4294967295"/>
          </p:nvPr>
        </p:nvSpPr>
        <p:spPr>
          <a:xfrm>
            <a:off x="670560" y="1602006"/>
            <a:ext cx="10824753" cy="4354658"/>
          </a:xfrm>
        </p:spPr>
        <p:txBody>
          <a:bodyPr>
            <a:normAutofit fontScale="70000" lnSpcReduction="20000"/>
          </a:bodyPr>
          <a:lstStyle/>
          <a:p>
            <a:r>
              <a:rPr lang="en-US" dirty="0"/>
              <a:t>Abbott, I.H., </a:t>
            </a:r>
            <a:r>
              <a:rPr lang="en-US" dirty="0" err="1"/>
              <a:t>Doenhoff</a:t>
            </a:r>
            <a:r>
              <a:rPr lang="en-US" dirty="0"/>
              <a:t>, A. E., &amp; Stivers, L. S. (1945). Report No. 824 Summary of Airfoil Data National Advisor of Committee For Aeronautics (NACA).</a:t>
            </a:r>
          </a:p>
          <a:p>
            <a:pPr marL="0" indent="0">
              <a:buNone/>
            </a:pPr>
            <a:endParaRPr lang="en-US" dirty="0"/>
          </a:p>
          <a:p>
            <a:r>
              <a:rPr lang="en-US" dirty="0"/>
              <a:t>Cillian Thomas. NACA2412 Tutorial in ANSYS Fluent (Student Version). (2023). YouTube. </a:t>
            </a:r>
            <a:r>
              <a:rPr lang="en-US" dirty="0">
                <a:hlinkClick r:id="rId2"/>
              </a:rPr>
              <a:t>https://www.youtube.com/watch?v=3i9Ryq-m1HA</a:t>
            </a:r>
            <a:r>
              <a:rPr lang="en-US" dirty="0"/>
              <a:t>.</a:t>
            </a:r>
          </a:p>
          <a:p>
            <a:pPr marL="0" indent="0">
              <a:buNone/>
            </a:pPr>
            <a:endParaRPr lang="en-US" dirty="0"/>
          </a:p>
          <a:p>
            <a:r>
              <a:rPr lang="en-US" dirty="0"/>
              <a:t>Hashemi, Armin (2025). Airfoil Simulation of Subsonic, Transonic, &amp; Supersonic Flow. YouTube. </a:t>
            </a:r>
            <a:r>
              <a:rPr lang="en-US" dirty="0">
                <a:hlinkClick r:id="rId3"/>
              </a:rPr>
              <a:t>ANSYS Fluent Tutorial | Airfoil Simulation of Subsonic, Transonic &amp; Supersonic Flow!</a:t>
            </a:r>
            <a:r>
              <a:rPr lang="en-US" dirty="0"/>
              <a:t>  (Figure 10.) </a:t>
            </a:r>
          </a:p>
          <a:p>
            <a:pPr marL="0" indent="0">
              <a:buNone/>
            </a:pPr>
            <a:endParaRPr lang="en-US" dirty="0"/>
          </a:p>
          <a:p>
            <a:r>
              <a:rPr lang="en-US" dirty="0"/>
              <a:t>Kundu, P. K., Cohen, I. M., &amp; Dowling, D. R. (2015). Fluid Mechanics (6</a:t>
            </a:r>
            <a:r>
              <a:rPr lang="en-US" baseline="30000" dirty="0"/>
              <a:t>th</a:t>
            </a:r>
            <a:r>
              <a:rPr lang="en-US" dirty="0"/>
              <a:t> edition). Academic Press.</a:t>
            </a:r>
          </a:p>
          <a:p>
            <a:pPr marL="0" indent="0">
              <a:buNone/>
            </a:pPr>
            <a:endParaRPr lang="en-US" dirty="0"/>
          </a:p>
          <a:p>
            <a:r>
              <a:rPr lang="en-US" dirty="0"/>
              <a:t>Sandoval, G. (2025). Incompressible Flow Over a 2D NACA 2412 Airfoil. Michigan Technological University, ME 5210 CFD Project Report. </a:t>
            </a:r>
          </a:p>
          <a:p>
            <a:endParaRPr lang="en-US" dirty="0"/>
          </a:p>
          <a:p>
            <a:pPr marL="342900" indent="-342900" algn="l">
              <a:buClr>
                <a:schemeClr val="tx1"/>
              </a:buClr>
              <a:buFont typeface="Arial" charset="0"/>
              <a:buChar char="•"/>
            </a:pPr>
            <a:endParaRPr lang="en-US" sz="2800" dirty="0">
              <a:latin typeface="Myriad Pro"/>
              <a:cs typeface="Myriad Pro"/>
            </a:endParaRPr>
          </a:p>
          <a:p>
            <a:pPr marL="0" indent="0" algn="l">
              <a:buClr>
                <a:schemeClr val="tx1"/>
              </a:buClr>
              <a:buNone/>
            </a:pPr>
            <a:endParaRPr lang="en-US" sz="2800" dirty="0">
              <a:latin typeface="Myriad Pro"/>
              <a:cs typeface="Myriad Pro"/>
            </a:endParaRPr>
          </a:p>
          <a:p>
            <a:pPr marL="0" indent="0" algn="l">
              <a:buClr>
                <a:schemeClr val="tx1"/>
              </a:buClr>
              <a:buNone/>
            </a:pPr>
            <a:endParaRPr lang="en-US" sz="2800" dirty="0">
              <a:latin typeface="Myriad Pro"/>
              <a:cs typeface="Myriad Pro"/>
            </a:endParaRPr>
          </a:p>
        </p:txBody>
      </p:sp>
    </p:spTree>
    <p:extLst>
      <p:ext uri="{BB962C8B-B14F-4D97-AF65-F5344CB8AC3E}">
        <p14:creationId xmlns:p14="http://schemas.microsoft.com/office/powerpoint/2010/main" val="156100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3D3E-A522-A3BB-7866-D5FDA213969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DE440F2-12A0-1471-2C34-7BE6C9C57668}"/>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28ADB1BB-B5EA-282F-6EA3-2B6D29A15AFB}"/>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CD04D4E6-6046-263D-BB45-7B1DDCD50AFD}"/>
              </a:ext>
            </a:extLst>
          </p:cNvPr>
          <p:cNvSpPr>
            <a:spLocks noGrp="1"/>
          </p:cNvSpPr>
          <p:nvPr>
            <p:ph type="ctrTitle"/>
          </p:nvPr>
        </p:nvSpPr>
        <p:spPr>
          <a:xfrm>
            <a:off x="345766" y="644434"/>
            <a:ext cx="5585477" cy="1367308"/>
          </a:xfrm>
        </p:spPr>
        <p:txBody>
          <a:bodyPr>
            <a:normAutofit/>
          </a:bodyPr>
          <a:lstStyle/>
          <a:p>
            <a:pPr algn="l"/>
            <a:r>
              <a:rPr lang="en-US" sz="4000" dirty="0">
                <a:latin typeface="Myriad Pro"/>
                <a:cs typeface="Myriad Pro"/>
              </a:rPr>
              <a:t>Appendix A</a:t>
            </a:r>
          </a:p>
        </p:txBody>
      </p:sp>
      <p:sp>
        <p:nvSpPr>
          <p:cNvPr id="11" name="Subtitle 2">
            <a:extLst>
              <a:ext uri="{FF2B5EF4-FFF2-40B4-BE49-F238E27FC236}">
                <a16:creationId xmlns:a16="http://schemas.microsoft.com/office/drawing/2014/main" id="{1E52283C-FB95-AF02-EF53-C5728362EAF0}"/>
              </a:ext>
            </a:extLst>
          </p:cNvPr>
          <p:cNvSpPr>
            <a:spLocks noGrp="1"/>
          </p:cNvSpPr>
          <p:nvPr>
            <p:ph type="subTitle" idx="4294967295"/>
          </p:nvPr>
        </p:nvSpPr>
        <p:spPr>
          <a:xfrm>
            <a:off x="345765" y="2508433"/>
            <a:ext cx="3476007" cy="3235977"/>
          </a:xfrm>
        </p:spPr>
        <p:txBody>
          <a:bodyPr>
            <a:normAutofit/>
          </a:bodyPr>
          <a:lstStyle/>
          <a:p>
            <a:pPr marL="342900" indent="-342900" algn="l">
              <a:buClr>
                <a:schemeClr val="tx1"/>
              </a:buClr>
              <a:buFont typeface="Arial" charset="0"/>
              <a:buChar char="•"/>
            </a:pPr>
            <a:r>
              <a:rPr lang="en-US" sz="2800" b="1" dirty="0">
                <a:latin typeface="Myriad Pro"/>
                <a:cs typeface="Myriad Pro"/>
              </a:rPr>
              <a:t>Figure 11. </a:t>
            </a:r>
            <a:r>
              <a:rPr lang="en-US" sz="2800" dirty="0">
                <a:latin typeface="Myriad Pro"/>
                <a:cs typeface="Myriad Pro"/>
              </a:rPr>
              <a:t>is the NACA 2412 Experimental Data at Mach 0.13. </a:t>
            </a:r>
          </a:p>
          <a:p>
            <a:pPr marL="0" indent="0" algn="l">
              <a:buClr>
                <a:schemeClr val="tx1"/>
              </a:buClr>
              <a:buNone/>
            </a:pPr>
            <a:endParaRPr lang="en-US" sz="2800" dirty="0">
              <a:latin typeface="Myriad Pro"/>
              <a:cs typeface="Myriad Pro"/>
            </a:endParaRPr>
          </a:p>
          <a:p>
            <a:pPr marL="0" indent="0" algn="l">
              <a:buClr>
                <a:schemeClr val="tx1"/>
              </a:buClr>
              <a:buNone/>
            </a:pPr>
            <a:endParaRPr lang="en-US" sz="2800" dirty="0">
              <a:latin typeface="Myriad Pro"/>
              <a:cs typeface="Myriad Pro"/>
            </a:endParaRPr>
          </a:p>
        </p:txBody>
      </p:sp>
      <p:pic>
        <p:nvPicPr>
          <p:cNvPr id="2" name="Picture 1" descr="A graph paper with lines drawn on it&#10;&#10;AI-generated content may be incorrect.">
            <a:extLst>
              <a:ext uri="{FF2B5EF4-FFF2-40B4-BE49-F238E27FC236}">
                <a16:creationId xmlns:a16="http://schemas.microsoft.com/office/drawing/2014/main" id="{AF78C8BF-46E2-F65C-3306-9A9A1DB47853}"/>
              </a:ext>
            </a:extLst>
          </p:cNvPr>
          <p:cNvPicPr>
            <a:picLocks noChangeAspect="1"/>
          </p:cNvPicPr>
          <p:nvPr/>
        </p:nvPicPr>
        <p:blipFill>
          <a:blip r:embed="rId2"/>
          <a:stretch>
            <a:fillRect/>
          </a:stretch>
        </p:blipFill>
        <p:spPr>
          <a:xfrm>
            <a:off x="3637622" y="13265"/>
            <a:ext cx="8903628" cy="6844735"/>
          </a:xfrm>
          <a:prstGeom prst="rect">
            <a:avLst/>
          </a:prstGeom>
        </p:spPr>
      </p:pic>
    </p:spTree>
    <p:extLst>
      <p:ext uri="{BB962C8B-B14F-4D97-AF65-F5344CB8AC3E}">
        <p14:creationId xmlns:p14="http://schemas.microsoft.com/office/powerpoint/2010/main" val="174713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8483C-67E7-557C-CC04-B637E28096D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4169242-BB83-6B5D-9C7D-7DB7320208B7}"/>
              </a:ext>
            </a:extLst>
          </p:cNvPr>
          <p:cNvSpPr>
            <a:spLocks noGrp="1"/>
          </p:cNvSpPr>
          <p:nvPr>
            <p:ph type="sldNum" sz="quarter" idx="13"/>
          </p:nvPr>
        </p:nvSpPr>
        <p:spPr>
          <a:xfrm>
            <a:off x="8276252" y="6244378"/>
            <a:ext cx="2743200" cy="365125"/>
          </a:xfrm>
        </p:spPr>
        <p:txBody>
          <a:bodyPr/>
          <a:lstStyle>
            <a:lvl1pPr algn="r">
              <a:defRPr/>
            </a:lvl1pPr>
          </a:lstStyle>
          <a:p>
            <a:pPr lvl="0">
              <a:defRPr/>
            </a:pPr>
            <a:r>
              <a:rPr lang="en-US" dirty="0">
                <a:solidFill>
                  <a:prstClr val="black">
                    <a:lumMod val="50000"/>
                    <a:lumOff val="50000"/>
                  </a:prstClr>
                </a:solidFill>
                <a:latin typeface="Avenir Next" charset="0"/>
                <a:ea typeface="Avenir Next" charset="0"/>
                <a:cs typeface="Avenir Next" charset="0"/>
              </a:rPr>
              <a:t>Flow over a 2D 2412 Airfoil</a:t>
            </a:r>
          </a:p>
        </p:txBody>
      </p:sp>
      <p:sp>
        <p:nvSpPr>
          <p:cNvPr id="7" name="Date Placeholder 3">
            <a:extLst>
              <a:ext uri="{FF2B5EF4-FFF2-40B4-BE49-F238E27FC236}">
                <a16:creationId xmlns:a16="http://schemas.microsoft.com/office/drawing/2014/main" id="{445F0FE8-0FE2-F5CD-6F44-00DC949124BE}"/>
              </a:ext>
            </a:extLst>
          </p:cNvPr>
          <p:cNvSpPr>
            <a:spLocks noGrp="1"/>
          </p:cNvSpPr>
          <p:nvPr>
            <p:ph type="dt" sz="half" idx="10"/>
          </p:nvPr>
        </p:nvSpPr>
        <p:spPr>
          <a:xfrm>
            <a:off x="4616368" y="6244378"/>
            <a:ext cx="2743200"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54D5371-F7DB-5648-B768-5243C5A9A4FB}" type="datetimeFigureOut">
              <a:rPr kumimoji="0" lang="en-US" sz="1800" b="0" i="0" u="none" strike="noStrike" kern="1200" cap="none" spc="0" normalizeH="0" baseline="0" noProof="0" smtClean="0">
                <a:ln>
                  <a:noFill/>
                </a:ln>
                <a:solidFill>
                  <a:prstClr val="black">
                    <a:lumMod val="50000"/>
                    <a:lumOff val="50000"/>
                  </a:prstClr>
                </a:solidFill>
                <a:effectLst/>
                <a:uLnTx/>
                <a:uFillTx/>
                <a:latin typeface="Avenir Next" charset="0"/>
                <a:ea typeface="Avenir Next" charset="0"/>
                <a:cs typeface="Avenir Next" charset="0"/>
              </a:rPr>
              <a:pPr marL="0" marR="0" lvl="0" indent="0" algn="ctr" defTabSz="914400" rtl="0" eaLnBrk="1" fontAlgn="auto" latinLnBrk="0" hangingPunct="1">
                <a:lnSpc>
                  <a:spcPct val="100000"/>
                </a:lnSpc>
                <a:spcBef>
                  <a:spcPts val="0"/>
                </a:spcBef>
                <a:spcAft>
                  <a:spcPts val="0"/>
                </a:spcAft>
                <a:buClrTx/>
                <a:buSzTx/>
                <a:buFontTx/>
                <a:buNone/>
                <a:tabLst/>
                <a:defRPr/>
              </a:pPr>
              <a:t>12/4/2025</a:t>
            </a:fld>
            <a:endParaRPr kumimoji="0" lang="en-US" sz="1800" b="0" i="0" u="none" strike="noStrike" kern="1200" cap="none" spc="0" normalizeH="0" baseline="0" noProof="0" dirty="0">
              <a:ln>
                <a:noFill/>
              </a:ln>
              <a:solidFill>
                <a:prstClr val="black">
                  <a:lumMod val="50000"/>
                  <a:lumOff val="50000"/>
                </a:prstClr>
              </a:solidFill>
              <a:effectLst/>
              <a:uLnTx/>
              <a:uFillTx/>
              <a:latin typeface="Avenir Next" charset="0"/>
              <a:ea typeface="Avenir Next" charset="0"/>
              <a:cs typeface="Avenir Next" charset="0"/>
            </a:endParaRPr>
          </a:p>
        </p:txBody>
      </p:sp>
      <p:sp>
        <p:nvSpPr>
          <p:cNvPr id="10" name="Title 1">
            <a:extLst>
              <a:ext uri="{FF2B5EF4-FFF2-40B4-BE49-F238E27FC236}">
                <a16:creationId xmlns:a16="http://schemas.microsoft.com/office/drawing/2014/main" id="{87A85D86-0B66-1420-B7C5-9448A024602F}"/>
              </a:ext>
            </a:extLst>
          </p:cNvPr>
          <p:cNvSpPr>
            <a:spLocks noGrp="1"/>
          </p:cNvSpPr>
          <p:nvPr>
            <p:ph type="ctrTitle"/>
          </p:nvPr>
        </p:nvSpPr>
        <p:spPr>
          <a:xfrm>
            <a:off x="345766" y="644434"/>
            <a:ext cx="5585477" cy="1367308"/>
          </a:xfrm>
        </p:spPr>
        <p:txBody>
          <a:bodyPr>
            <a:normAutofit/>
          </a:bodyPr>
          <a:lstStyle/>
          <a:p>
            <a:pPr algn="l"/>
            <a:r>
              <a:rPr lang="en-US" sz="4000" dirty="0">
                <a:latin typeface="Myriad Pro"/>
                <a:cs typeface="Myriad Pro"/>
              </a:rPr>
              <a:t>Appendix B</a:t>
            </a:r>
          </a:p>
        </p:txBody>
      </p:sp>
      <p:sp>
        <p:nvSpPr>
          <p:cNvPr id="11" name="Subtitle 2">
            <a:extLst>
              <a:ext uri="{FF2B5EF4-FFF2-40B4-BE49-F238E27FC236}">
                <a16:creationId xmlns:a16="http://schemas.microsoft.com/office/drawing/2014/main" id="{AD1D1DB2-0525-B456-A57A-364D13E7F498}"/>
              </a:ext>
            </a:extLst>
          </p:cNvPr>
          <p:cNvSpPr>
            <a:spLocks noGrp="1"/>
          </p:cNvSpPr>
          <p:nvPr>
            <p:ph type="subTitle" idx="4294967295"/>
          </p:nvPr>
        </p:nvSpPr>
        <p:spPr>
          <a:xfrm>
            <a:off x="345765" y="2508433"/>
            <a:ext cx="3476007" cy="3235977"/>
          </a:xfrm>
        </p:spPr>
        <p:txBody>
          <a:bodyPr>
            <a:normAutofit/>
          </a:bodyPr>
          <a:lstStyle/>
          <a:p>
            <a:pPr marL="342900" indent="-342900" algn="l">
              <a:buClr>
                <a:schemeClr val="tx1"/>
              </a:buClr>
              <a:buFont typeface="Arial" charset="0"/>
              <a:buChar char="•"/>
            </a:pPr>
            <a:r>
              <a:rPr lang="en-US" sz="2800" b="1" dirty="0">
                <a:latin typeface="Myriad Pro"/>
                <a:cs typeface="Myriad Pro"/>
              </a:rPr>
              <a:t>Figure 12. </a:t>
            </a:r>
            <a:r>
              <a:rPr lang="en-US" sz="2800" dirty="0">
                <a:latin typeface="Myriad Pro"/>
                <a:cs typeface="Myriad Pro"/>
              </a:rPr>
              <a:t>is the </a:t>
            </a:r>
            <a:r>
              <a:rPr lang="en-US" dirty="0"/>
              <a:t>Stream</a:t>
            </a:r>
            <a:r>
              <a:rPr lang="en-US" sz="2800" dirty="0">
                <a:latin typeface="Myriad Pro"/>
                <a:cs typeface="Myriad Pro"/>
              </a:rPr>
              <a:t>lines of the 2412 at Mach 0.13. </a:t>
            </a:r>
          </a:p>
          <a:p>
            <a:pPr marL="0" indent="0" algn="l">
              <a:buClr>
                <a:schemeClr val="tx1"/>
              </a:buClr>
              <a:buNone/>
            </a:pPr>
            <a:endParaRPr lang="en-US" sz="2800" dirty="0">
              <a:latin typeface="Myriad Pro"/>
              <a:cs typeface="Myriad Pro"/>
            </a:endParaRPr>
          </a:p>
          <a:p>
            <a:pPr marL="0" indent="0" algn="l">
              <a:buClr>
                <a:schemeClr val="tx1"/>
              </a:buClr>
              <a:buNone/>
            </a:pPr>
            <a:endParaRPr lang="en-US" sz="2800" dirty="0">
              <a:latin typeface="Myriad Pro"/>
              <a:cs typeface="Myriad Pro"/>
            </a:endParaRPr>
          </a:p>
        </p:txBody>
      </p:sp>
      <p:pic>
        <p:nvPicPr>
          <p:cNvPr id="3" name="Picture 2">
            <a:extLst>
              <a:ext uri="{FF2B5EF4-FFF2-40B4-BE49-F238E27FC236}">
                <a16:creationId xmlns:a16="http://schemas.microsoft.com/office/drawing/2014/main" id="{892B5FFA-63E2-42EB-AA7A-C91B686B62D7}"/>
              </a:ext>
            </a:extLst>
          </p:cNvPr>
          <p:cNvPicPr>
            <a:picLocks noChangeAspect="1"/>
          </p:cNvPicPr>
          <p:nvPr/>
        </p:nvPicPr>
        <p:blipFill>
          <a:blip r:embed="rId2"/>
          <a:stretch>
            <a:fillRect/>
          </a:stretch>
        </p:blipFill>
        <p:spPr>
          <a:xfrm>
            <a:off x="3836330" y="1439606"/>
            <a:ext cx="9067800" cy="3978788"/>
          </a:xfrm>
          <a:prstGeom prst="rect">
            <a:avLst/>
          </a:prstGeom>
        </p:spPr>
      </p:pic>
    </p:spTree>
    <p:extLst>
      <p:ext uri="{BB962C8B-B14F-4D97-AF65-F5344CB8AC3E}">
        <p14:creationId xmlns:p14="http://schemas.microsoft.com/office/powerpoint/2010/main" val="130300853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2746</TotalTime>
  <Words>1657</Words>
  <Application>Microsoft Office PowerPoint</Application>
  <PresentationFormat>Widescreen</PresentationFormat>
  <Paragraphs>189</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Avenir Next</vt:lpstr>
      <vt:lpstr>Avenir Next Regular</vt:lpstr>
      <vt:lpstr>Myriad Pro</vt:lpstr>
      <vt:lpstr>1_Office Theme</vt:lpstr>
      <vt:lpstr>Flow over a 2-D 2412 Airfoil</vt:lpstr>
      <vt:lpstr>Overview of Presentation</vt:lpstr>
      <vt:lpstr>Project Background</vt:lpstr>
      <vt:lpstr>Methods - Ansys Workbench</vt:lpstr>
      <vt:lpstr>Figure 3.  Full  Mesh  2412 Airfoil</vt:lpstr>
      <vt:lpstr>Figure 4. Inlet and Outlet in Fluent</vt:lpstr>
      <vt:lpstr>Figures 5 and 6 Pressure and Velocity Contours at Mach 0.13 (45 m/s) at 0-degree angle. </vt:lpstr>
      <vt:lpstr>Figures 7 and 8 Turbulence and Pressure Contours at Mach 1.5 (497 m/s) at 16-degree angle. </vt:lpstr>
      <vt:lpstr>Validation and Verification</vt:lpstr>
      <vt:lpstr>Key Results</vt:lpstr>
      <vt:lpstr>Conclusion</vt:lpstr>
      <vt:lpstr>References</vt:lpstr>
      <vt:lpstr>Appendix A</vt:lpstr>
      <vt:lpstr>Appendix 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Gerardo Sandoval</dc:creator>
  <cp:lastModifiedBy>Gerardo Sandoval</cp:lastModifiedBy>
  <cp:revision>2</cp:revision>
  <dcterms:created xsi:type="dcterms:W3CDTF">2025-08-19T07:29:58Z</dcterms:created>
  <dcterms:modified xsi:type="dcterms:W3CDTF">2025-12-05T18:33:19Z</dcterms:modified>
</cp:coreProperties>
</file>